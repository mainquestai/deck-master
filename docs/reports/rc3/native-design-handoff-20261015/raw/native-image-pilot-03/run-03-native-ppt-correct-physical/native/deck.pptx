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381000" y="387096"/>
            <ns1:ext cx="6705600" cy="4572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24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381000" y="814426"/>
            <ns1:ext cx="475488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381000" y="1203960"/>
            <ns1:ext cx="11430000" cy="1463040"/>
          </ns1:xfrm>
          <ns1:custGeom>
            <ns1:avLst/>
            <ns1:gdLst/>
            <ns1:ahLst/>
            <ns1:cxnLst/>
            <ns1:rect l="0" t="0" r="r" b="b"/>
            <ns1:pathLst>
              <ns1:path w="11430000" h="146304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1371600"/>
                </ns1:lnTo>
                <ns1:lnTo>
                  <ns1:pt x="11428142" y="1390028"/>
                </ns1:lnTo>
                <ns1:lnTo>
                  <ns1:pt x="11422814" y="1407193"/>
                </ns1:lnTo>
                <ns1:lnTo>
                  <ns1:pt x="11414383" y="1422725"/>
                </ns1:lnTo>
                <ns1:lnTo>
                  <ns1:pt x="11403218" y="1436258"/>
                </ns1:lnTo>
                <ns1:lnTo>
                  <ns1:pt x="11389685" y="1447423"/>
                </ns1:lnTo>
                <ns1:lnTo>
                  <ns1:pt x="11374153" y="1455854"/>
                </ns1:lnTo>
                <ns1:lnTo>
                  <ns1:pt x="11356988" y="1461182"/>
                </ns1:lnTo>
                <ns1:lnTo>
                  <ns1:pt x="11338560" y="1463040"/>
                </ns1:lnTo>
                <ns1:lnTo>
                  <ns1:pt x="91440" y="1463040"/>
                </ns1:lnTo>
                <ns1:lnTo>
                  <ns1:pt x="73012" y="1461182"/>
                </ns1:lnTo>
                <ns1:lnTo>
                  <ns1:pt x="55847" y="1455854"/>
                </ns1:lnTo>
                <ns1:lnTo>
                  <ns1:pt x="40315" y="1447423"/>
                </ns1:lnTo>
                <ns1:lnTo>
                  <ns1:pt x="26782" y="1436258"/>
                </ns1:lnTo>
                <ns1:lnTo>
                  <ns1:pt x="15617" y="1422725"/>
                </ns1:lnTo>
                <ns1:lnTo>
                  <ns1:pt x="7186" y="1407193"/>
                </ns1:lnTo>
                <ns1:lnTo>
                  <ns1:pt x="1858" y="1390028"/>
                </ns1:lnTo>
                <ns1:lnTo>
                  <ns1:pt x="0" y="137160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518160" y="1286866"/>
            <ns1:ext cx="27432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1752600" y="2072640"/>
            <ns1:ext cx="2895600" cy="76"/>
          </ns1:xfrm>
          <ns1:custGeom>
            <ns1:avLst/>
            <ns1:gdLst/>
            <ns1:ahLst/>
            <ns1:cxnLst/>
            <ns1:rect l="0" t="0" r="r" b="b"/>
            <ns1:pathLst>
              <ns1:path w="2895600" h="76">
                <ns1:moveTo>
                  <ns1:pt x="0" y="0"/>
                </ns1:moveTo>
                <ns1:lnTo>
                  <ns1:pt x="289560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4648200" y="2072640"/>
            <ns1:ext cx="2895600" cy="76"/>
          </ns1:xfrm>
          <ns1:custGeom>
            <ns1:avLst/>
            <ns1:gdLst/>
            <ns1:ahLst/>
            <ns1:cxnLst/>
            <ns1:rect l="0" t="0" r="r" b="b"/>
            <ns1:pathLst>
              <ns1:path w="2895600" h="76">
                <ns1:moveTo>
                  <ns1:pt x="0" y="0"/>
                </ns1:moveTo>
                <ns1:lnTo>
                  <ns1:pt x="289560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7543800" y="2072640"/>
            <ns1:ext cx="2895600" cy="76"/>
          </ns1:xfrm>
          <ns1:custGeom>
            <ns1:avLst/>
            <ns1:gdLst/>
            <ns1:ahLst/>
            <ns1:cxnLst/>
            <ns1:rect l="0" t="0" r="r" b="b"/>
            <ns1:pathLst>
              <ns1:path w="2895600" h="76">
                <ns1:moveTo>
                  <ns1:pt x="0" y="0"/>
                </ns1:moveTo>
                <ns1:lnTo>
                  <ns1:pt x="2895600" y="0"/>
                </ns1:lnTo>
              </ns1:path>
            </ns1:pathLst>
          </ns1:custGeom>
          <ns1:noFill/>
          <ns1:ln w="3810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3276600" y="2004060"/>
            <ns1:ext cx="106680" cy="137160"/>
          </ns1:xfrm>
          <ns1:custGeom>
            <ns1:avLst/>
            <ns1:gdLst/>
            <ns1:ahLst/>
            <ns1:cxnLst/>
            <ns1:rect l="0" t="0" r="r" b="b"/>
            <ns1:pathLst>
              <ns1:path w="106680" h="137160">
                <ns1:moveTo>
                  <ns1:pt x="0" y="0"/>
                </ns1:moveTo>
                <ns1:lnTo>
                  <ns1:pt x="10668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6172200" y="2004060"/>
            <ns1:ext cx="106680" cy="137160"/>
          </ns1:xfrm>
          <ns1:custGeom>
            <ns1:avLst/>
            <ns1:gdLst/>
            <ns1:ahLst/>
            <ns1:cxnLst/>
            <ns1:rect l="0" t="0" r="r" b="b"/>
            <ns1:pathLst>
              <ns1:path w="106680" h="137160">
                <ns1:moveTo>
                  <ns1:pt x="0" y="0"/>
                </ns1:moveTo>
                <ns1:lnTo>
                  <ns1:pt x="10668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9067800" y="2004060"/>
            <ns1:ext cx="106680" cy="137160"/>
          </ns1:xfrm>
          <ns1:custGeom>
            <ns1:avLst/>
            <ns1:gdLst/>
            <ns1:ahLst/>
            <ns1:cxnLst/>
            <ns1:rect l="0" t="0" r="r" b="b"/>
            <ns1:pathLst>
              <ns1:path w="106680" h="137160">
                <ns1:moveTo>
                  <ns1:pt x="0" y="0"/>
                </ns1:moveTo>
                <ns1:lnTo>
                  <ns1:pt x="106680" y="68580"/>
                </ns1:lnTo>
                <ns1:lnTo>
                  <ns1:pt x="0" y="13716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5029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5029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624840" y="1744066"/>
            <ns1:ext cx="18288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624840" y="1972666"/>
            <ns1:ext cx="201168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624840" y="2201266"/>
            <ns1:ext cx="164592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33985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33985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3520440" y="1850746"/>
            <ns1:ext cx="201168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3520440" y="2079346"/>
            <ns1:ext cx="128016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62941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62941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6416040" y="1744066"/>
            <ns1:ext cx="23774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指定人员核查引用适用性，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6416040" y="1972666"/>
            <ns1:ext cx="164592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记录采用／未采用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6416040" y="2201266"/>
            <ns1:ext cx="9144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91897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9189720" y="1615440"/>
            <ns1:ext cx="2499360" cy="914400"/>
          </ns1:xfrm>
          <ns1:custGeom>
            <ns1:avLst/>
            <ns1:gdLst/>
            <ns1:ahLst/>
            <ns1:cxnLst/>
            <ns1:rect l="0" t="0" r="r" b="b"/>
            <ns1:pathLst>
              <ns1:path w="2499360" h="914400">
                <ns1:moveTo>
                  <ns1:pt x="76200" y="0"/>
                </ns1:moveTo>
                <ns1:lnTo>
                  <ns1:pt x="2423160" y="0"/>
                </ns1:lnTo>
                <ns1:lnTo>
                  <ns1:pt x="2438517" y="1548"/>
                </ns1:lnTo>
                <ns1:lnTo>
                  <ns1:pt x="2452820" y="5988"/>
                </ns1:lnTo>
                <ns1:lnTo>
                  <ns1:pt x="2465764" y="13014"/>
                </ns1:lnTo>
                <ns1:lnTo>
                  <ns1:pt x="2477041" y="22319"/>
                </ns1:lnTo>
                <ns1:lnTo>
                  <ns1:pt x="2486346" y="33596"/>
                </ns1:lnTo>
                <ns1:lnTo>
                  <ns1:pt x="2493372" y="46540"/>
                </ns1:lnTo>
                <ns1:lnTo>
                  <ns1:pt x="2497812" y="60843"/>
                </ns1:lnTo>
                <ns1:lnTo>
                  <ns1:pt x="2499360" y="76200"/>
                </ns1:lnTo>
                <ns1:lnTo>
                  <ns1:pt x="2499360" y="838200"/>
                </ns1:lnTo>
                <ns1:lnTo>
                  <ns1:pt x="2497812" y="853557"/>
                </ns1:lnTo>
                <ns1:lnTo>
                  <ns1:pt x="2493372" y="867860"/>
                </ns1:lnTo>
                <ns1:lnTo>
                  <ns1:pt x="2486346" y="880804"/>
                </ns1:lnTo>
                <ns1:lnTo>
                  <ns1:pt x="2477041" y="892081"/>
                </ns1:lnTo>
                <ns1:lnTo>
                  <ns1:pt x="2465764" y="901386"/>
                </ns1:lnTo>
                <ns1:lnTo>
                  <ns1:pt x="2452820" y="908412"/>
                </ns1:lnTo>
                <ns1:lnTo>
                  <ns1:pt x="2438517" y="912852"/>
                </ns1:lnTo>
                <ns1:lnTo>
                  <ns1:pt x="2423160" y="914400"/>
                </ns1:lnTo>
                <ns1:lnTo>
                  <ns1:pt x="76200" y="914400"/>
                </ns1:lnTo>
                <ns1:lnTo>
                  <ns1:pt x="60843" y="912852"/>
                </ns1:lnTo>
                <ns1:lnTo>
                  <ns1:pt x="46540" y="908412"/>
                </ns1:lnTo>
                <ns1:lnTo>
                  <ns1:pt x="33596" y="901386"/>
                </ns1:lnTo>
                <ns1:lnTo>
                  <ns1:pt x="22319" y="892081"/>
                </ns1:lnTo>
                <ns1:lnTo>
                  <ns1:pt x="13014" y="880804"/>
                </ns1:lnTo>
                <ns1:lnTo>
                  <ns1:pt x="5988" y="867860"/>
                </ns1:lnTo>
                <ns1:lnTo>
                  <ns1:pt x="1548" y="853557"/>
                </ns1:lnTo>
                <ns1:lnTo>
                  <ns1:pt x="0" y="838200"/>
                </ns1:lnTo>
                <ns1:lnTo>
                  <ns1:pt x="0" y="76200"/>
                </ns1:lnTo>
                <ns1:lnTo>
                  <ns1:pt x="1548" y="60843"/>
                </ns1:lnTo>
                <ns1:lnTo>
                  <ns1:pt x="5988" y="46540"/>
                </ns1:lnTo>
                <ns1:lnTo>
                  <ns1:pt x="13014" y="33596"/>
                </ns1:lnTo>
                <ns1:lnTo>
                  <ns1:pt x="22319" y="22319"/>
                </ns1:lnTo>
                <ns1:lnTo>
                  <ns1:pt x="33596" y="13014"/>
                </ns1:lnTo>
                <ns1:lnTo>
                  <ns1:pt x="46540" y="5988"/>
                </ns1:lnTo>
                <ns1:lnTo>
                  <ns1:pt x="60843" y="1548"/>
                </ns1:lnTo>
                <ns1:lnTo>
                  <ns1:pt x="762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9311640" y="1850746"/>
            <ns1:ext cx="14630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9311640" y="2079346"/>
            <ns1:ext cx="14630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381000" y="2871216"/>
            <ns1:ext cx="4572000" cy="4572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24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381000" y="3322320"/>
            <ns1:ext cx="11430000" cy="227076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381000" y="3322320"/>
            <ns1:ext cx="11430000" cy="42672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7620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381000" y="3322320"/>
            <ns1:ext cx="11430000" cy="2270760"/>
          </ns1:xfrm>
          <ns1:prstGeom prst="rect">
            <ns1:avLst/>
          </ns1:prstGeom>
          <ns1:noFill/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2834640" y="332232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6842760" y="3322320"/>
            <ns1:ext cx="76" cy="2270760"/>
          </ns1:xfrm>
          <ns1:custGeom>
            <ns1:avLst/>
            <ns1:gdLst/>
            <ns1:ahLst/>
            <ns1:cxnLst/>
            <ns1:rect l="0" t="0" r="r" b="b"/>
            <ns1:pathLst>
              <ns1:path w="76" h="2270760">
                <ns1:moveTo>
                  <ns1:pt x="0" y="0"/>
                </ns1:moveTo>
                <ns1:lnTo>
                  <ns1:pt x="0" y="227076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381000" y="374904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381000" y="4709160"/>
            <ns1:ext cx="11430000" cy="76"/>
          </ns1:xfrm>
          <ns1:custGeom>
            <ns1:avLst/>
            <ns1:gdLst/>
            <ns1:ahLst/>
            <ns1:cxnLst/>
            <ns1:rect l="0" t="0" r="r" b="b"/>
            <ns1:pathLst>
              <ns1:path w="11430000" h="76">
                <ns1:moveTo>
                  <ns1:pt x="0" y="0"/>
                </ns1:moveTo>
                <ns1:lnTo>
                  <ns1:pt x="114300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7620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518160" y="3435706"/>
            <ns1:ext cx="9144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2971800" y="3435706"/>
            <ns1:ext cx="128016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6979920" y="3435706"/>
            <ns1:ext cx="14630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518160" y="3877666"/>
            <ns1:ext cx="164592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518160" y="4106266"/>
            <ns1:ext cx="109728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2971800" y="3877666"/>
            <ns1:ext cx="292608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2971800" y="4106266"/>
            <ns1:ext cx="219456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2971800" y="4334866"/>
            <ns1:ext cx="18288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6979920" y="3877666"/>
            <ns1:ext cx="36576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6979920" y="4106266"/>
            <ns1:ext cx="27432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6979920" y="4334866"/>
            <ns1:ext cx="347472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518160" y="4837786"/>
            <ns1:ext cx="201168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518160" y="5066386"/>
            <ns1:ext cx="18288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518160" y="5294986"/>
            <ns1:ext cx="14630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2971800" y="4837786"/>
            <ns1:ext cx="310896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保留设备条件、来源位置和未决点；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2971800" y="5066386"/>
            <ns1:ext cx="32918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候选引用不能标成可直接采用的结论。</ns1:t>
            </ns1:r>
          </ns1:p>
        </ns0:txBody>
      </ns0:sp>
      <ns0:sp>
        <ns0:nvSpPr>
          <ns0:cNvPr id="55" name="atom:p04:cell:exceptions:unsuitable:handoff:display_text"/>
          <ns0:cNvSpPr txBox="1"/>
          <ns0:nvPr/>
        </ns0:nvSpPr>
        <ns0:spPr>
          <ns1:xfrm>
            <ns1:off x="6979920" y="4837786"/>
            <ns1:ext cx="310896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6979920" y="5066386"/>
            <ns1:ext cx="23774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6979920" y="5294986"/>
            <ns1:ext cx="27432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8" name="boundary-background"/>
          <ns0:cNvSpPr/>
          <ns0:nvPr/>
        </ns0:nvSpPr>
        <ns0:spPr>
          <ns1:xfrm>
            <ns1:off x="381000" y="5806440"/>
            <ns1:ext cx="11430000" cy="670560"/>
          </ns1:xfrm>
          <ns1:custGeom>
            <ns1:avLst/>
            <ns1:gdLst/>
            <ns1:ahLst/>
            <ns1:cxnLst/>
            <ns1:rect l="0" t="0" r="r" b="b"/>
            <ns1:pathLst>
              <ns1:path w="11430000" h="670560">
                <ns1:moveTo>
                  <ns1:pt x="91440" y="0"/>
                </ns1:moveTo>
                <ns1:lnTo>
                  <ns1:pt x="11338560" y="0"/>
                </ns1:lnTo>
                <ns1:lnTo>
                  <ns1:pt x="11356988" y="1858"/>
                </ns1:lnTo>
                <ns1:lnTo>
                  <ns1:pt x="11374153" y="7186"/>
                </ns1:lnTo>
                <ns1:lnTo>
                  <ns1:pt x="11389685" y="15617"/>
                </ns1:lnTo>
                <ns1:lnTo>
                  <ns1:pt x="11403218" y="26782"/>
                </ns1:lnTo>
                <ns1:lnTo>
                  <ns1:pt x="11414383" y="40315"/>
                </ns1:lnTo>
                <ns1:lnTo>
                  <ns1:pt x="11422814" y="55847"/>
                </ns1:lnTo>
                <ns1:lnTo>
                  <ns1:pt x="11428142" y="73012"/>
                </ns1:lnTo>
                <ns1:lnTo>
                  <ns1:pt x="11430000" y="91440"/>
                </ns1:lnTo>
                <ns1:lnTo>
                  <ns1:pt x="11430000" y="579120"/>
                </ns1:lnTo>
                <ns1:lnTo>
                  <ns1:pt x="11428142" y="597548"/>
                </ns1:lnTo>
                <ns1:lnTo>
                  <ns1:pt x="11422814" y="614713"/>
                </ns1:lnTo>
                <ns1:lnTo>
                  <ns1:pt x="11414383" y="630245"/>
                </ns1:lnTo>
                <ns1:lnTo>
                  <ns1:pt x="11403218" y="643778"/>
                </ns1:lnTo>
                <ns1:lnTo>
                  <ns1:pt x="11389685" y="654943"/>
                </ns1:lnTo>
                <ns1:lnTo>
                  <ns1:pt x="11374153" y="663374"/>
                </ns1:lnTo>
                <ns1:lnTo>
                  <ns1:pt x="11356988" y="668702"/>
                </ns1:lnTo>
                <ns1:lnTo>
                  <ns1:pt x="11338560" y="670560"/>
                </ns1:lnTo>
                <ns1:lnTo>
                  <ns1:pt x="91440" y="670560"/>
                </ns1:lnTo>
                <ns1:lnTo>
                  <ns1:pt x="73012" y="668702"/>
                </ns1:lnTo>
                <ns1:lnTo>
                  <ns1:pt x="55847" y="663374"/>
                </ns1:lnTo>
                <ns1:lnTo>
                  <ns1:pt x="40315" y="654943"/>
                </ns1:lnTo>
                <ns1:lnTo>
                  <ns1:pt x="26782" y="643778"/>
                </ns1:lnTo>
                <ns1:lnTo>
                  <ns1:pt x="15617" y="630245"/>
                </ns1:lnTo>
                <ns1:lnTo>
                  <ns1:pt x="7186" y="614713"/>
                </ns1:lnTo>
                <ns1:lnTo>
                  <ns1:pt x="1858" y="597548"/>
                </ns1:lnTo>
                <ns1:lnTo>
                  <ns1:pt x="0" y="579120"/>
                </ns1:lnTo>
                <ns1:lnTo>
                  <ns1:pt x="0" y="91440"/>
                </ns1:lnTo>
                <ns1:lnTo>
                  <ns1:pt x="1858" y="73012"/>
                </ns1:lnTo>
                <ns1:lnTo>
                  <ns1:pt x="7186" y="55847"/>
                </ns1:lnTo>
                <ns1:lnTo>
                  <ns1:pt x="15617" y="40315"/>
                </ns1:lnTo>
                <ns1:lnTo>
                  <ns1:pt x="26782" y="26782"/>
                </ns1:lnTo>
                <ns1:lnTo>
                  <ns1:pt x="40315" y="15617"/>
                </ns1:lnTo>
                <ns1:lnTo>
                  <ns1:pt x="55847" y="7186"/>
                </ns1:lnTo>
                <ns1:lnTo>
                  <ns1:pt x="73012" y="1858"/>
                </ns1:lnTo>
                <ns1:lnTo>
                  <ns1:pt x="9144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1430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59" name="atom:p04:callout:boundary:text"/>
          <ns0:cNvSpPr txBox="1"/>
          <ns0:nvPr/>
        </ns0:nvSpPr>
        <ns0:spPr>
          <ns1:xfrm>
            <ns1:off x="518160" y="5904586"/>
            <ns1:ext cx="605790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518160" y="6148426"/>
            <ns1:ext cx="4206240" cy="27432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44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