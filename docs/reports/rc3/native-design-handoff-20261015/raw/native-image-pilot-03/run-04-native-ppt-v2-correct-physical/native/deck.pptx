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351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158240"/>
            <ns1:ext cx="11430000" cy="1447800"/>
          </ns1:xfrm>
          <ns1:custGeom>
            <ns1:avLst/>
            <ns1:gdLst/>
            <ns1:ahLst/>
            <ns1:cxnLst/>
            <ns1:rect l="0" t="0" r="r" b="b"/>
            <ns1:pathLst>
              <ns1:path w="11430000" h="144780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56360"/>
                </ns1:lnTo>
                <ns1:lnTo>
                  <ns1:pt x="11428142" y="1374788"/>
                </ns1:lnTo>
                <ns1:lnTo>
                  <ns1:pt x="11422814" y="1391953"/>
                </ns1:lnTo>
                <ns1:lnTo>
                  <ns1:pt x="11414383" y="1407485"/>
                </ns1:lnTo>
                <ns1:lnTo>
                  <ns1:pt x="11403218" y="1421018"/>
                </ns1:lnTo>
                <ns1:lnTo>
                  <ns1:pt x="11389685" y="1432183"/>
                </ns1:lnTo>
                <ns1:lnTo>
                  <ns1:pt x="11374153" y="1440614"/>
                </ns1:lnTo>
                <ns1:lnTo>
                  <ns1:pt x="11356988" y="1445942"/>
                </ns1:lnTo>
                <ns1:lnTo>
                  <ns1:pt x="11338560" y="1447800"/>
                </ns1:lnTo>
                <ns1:lnTo>
                  <ns1:pt x="91440" y="1447800"/>
                </ns1:lnTo>
                <ns1:lnTo>
                  <ns1:pt x="73012" y="1445942"/>
                </ns1:lnTo>
                <ns1:lnTo>
                  <ns1:pt x="55847" y="1440614"/>
                </ns1:lnTo>
                <ns1:lnTo>
                  <ns1:pt x="40315" y="1432183"/>
                </ns1:lnTo>
                <ns1:lnTo>
                  <ns1:pt x="26782" y="1421018"/>
                </ns1:lnTo>
                <ns1:lnTo>
                  <ns1:pt x="15617" y="1407485"/>
                </ns1:lnTo>
                <ns1:lnTo>
                  <ns1:pt x="7186" y="1391953"/>
                </ns1:lnTo>
                <ns1:lnTo>
                  <ns1:pt x="1858" y="1374788"/>
                </ns1:lnTo>
                <ns1:lnTo>
                  <ns1:pt x="0" y="135636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009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6581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0195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4579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647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20238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6581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9019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45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64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20238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0416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37560"/>
            <ns1:ext cx="11430000" cy="4114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7868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2595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42595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42595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374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9651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83743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9651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3555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83743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965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3555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670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26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85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670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502615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852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670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502615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852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948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5391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