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四节点讲条件可核对分支：现场提供型号、版本与现象，接单人员核对；只读助手返回许可资料和来源；指定人员核查适用性、记录采用与否及原因；人员在现有系统正式提交。提示在首次提交前，补问是否减少仍待验。</a:t>
            </a:r>
          </a:p>
          <a:p>
            <a:r>
              <a:t>指第一行异常：型号或版本待补，先保留已知条件、未知字段及原因，能补则请求可核对信息。确实不可得时交指定业务核查人判断；取得可核查条件后再走主链。启动前须明确责任人与恢复规则，不能猜填或强制制造完整性。</a:t>
            </a:r>
          </a:p>
          <a:p>
            <a:r>
              <a:t>指第二行异常：引用不适用、冲突或无法确认，连同设备条件、来源位置与未决点交核查人。候选引用不能当成可直接采用的结论；无法确认继续标未决，找到资料不等于故障已解决。</a:t>
            </a:r>
          </a:p>
          <a:p>
            <a:r>
              <a:t>停顿强调边界：引用问答不等于诊断正确或操作获批；AI不自动提交、修改或关闭正式工单，未知不能在交接中消失。下一页落实支持这些动作的准备与责任。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ns0:sld xmlns:ns0="http://schemas.openxmlformats.org/presentationml/2006/main" xmlns:ns1="http://schemas.openxmlformats.org/drawingml/2006/main">
  <ns0:cSld name="p04">
    <ns0:spTree>
      <ns0:nvGrpSpPr>
        <ns0:cNvPr id="1" name=""/>
        <ns0:cNvGrpSpPr/>
        <ns0:nvPr/>
      </ns0:nvGrpSpPr>
      <ns0:grpSpPr/>
      <ns0:sp>
        <ns0:nvSpPr>
          <ns0:cNvPr id="2" name="canvas"/>
          <ns0:cNvSpPr/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FFF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" name="atom:p04:title"/>
          <ns0:cNvSpPr txBox="1"/>
          <ns0:nvPr/>
        </ns0:nvSpPr>
        <ns0:spPr>
          <ns1:xfrm>
            <ns1:off x="381000" y="381000"/>
            <ns1:ext cx="8382000" cy="5715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30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机械编辑验证：建议流程保留两条分支：条件可核对／条件未知</ns1:t>
            </ns1:r>
          </ns1:p>
        </ns0:txBody>
      </ns0:sp>
      <ns0:sp>
        <ns0:nvSpPr>
          <ns0:cNvPr id="4" name="atom:p04:subtitle"/>
          <ns0:cNvSpPr txBox="1"/>
          <ns0:nvPr/>
        </ns0:nvSpPr>
        <ns0:spPr>
          <ns1:xfrm>
            <ns1:off x="381000" y="835152"/>
            <ns1:ext cx="5943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首次人员提交前做条件提示；能否减少后续补问仍待验证</ns1:t>
            </ns1:r>
          </ns1:p>
        </ns0:txBody>
      </ns0:sp>
      <ns0:sp>
        <ns0:nvSpPr>
          <ns0:cNvPr id="5" name="main-chain-frame"/>
          <ns0:cNvSpPr/>
          <ns0:nvPr/>
        </ns0:nvSpPr>
        <ns0:spPr>
          <ns1:xfrm>
            <ns1:off x="381000" y="1158240"/>
            <ns1:ext cx="11430000" cy="1447800"/>
          </ns1:xfrm>
          <ns1:custGeom>
            <ns1:avLst/>
            <ns1:gdLst/>
            <ns1:ahLst/>
            <ns1:cxnLst/>
            <ns1:rect l="0" t="0" r="r" b="b"/>
            <ns1:pathLst>
              <ns1:path w="11430000" h="1447800">
                <ns1:moveTo>
                  <ns1:pt x="91440" y="0"/>
                </ns1:moveTo>
                <ns1:lnTo>
                  <ns1:pt x="11338560" y="0"/>
                </ns1:lnTo>
                <ns1:lnTo>
                  <ns1:pt x="11356988" y="1858"/>
                </ns1:lnTo>
                <ns1:lnTo>
                  <ns1:pt x="11374153" y="7186"/>
                </ns1:lnTo>
                <ns1:lnTo>
                  <ns1:pt x="11389685" y="15617"/>
                </ns1:lnTo>
                <ns1:lnTo>
                  <ns1:pt x="11403218" y="26782"/>
                </ns1:lnTo>
                <ns1:lnTo>
                  <ns1:pt x="11414383" y="40315"/>
                </ns1:lnTo>
                <ns1:lnTo>
                  <ns1:pt x="11422814" y="55847"/>
                </ns1:lnTo>
                <ns1:lnTo>
                  <ns1:pt x="11428142" y="73012"/>
                </ns1:lnTo>
                <ns1:lnTo>
                  <ns1:pt x="11430000" y="91440"/>
                </ns1:lnTo>
                <ns1:lnTo>
                  <ns1:pt x="11430000" y="1356360"/>
                </ns1:lnTo>
                <ns1:lnTo>
                  <ns1:pt x="11428142" y="1374788"/>
                </ns1:lnTo>
                <ns1:lnTo>
                  <ns1:pt x="11422814" y="1391953"/>
                </ns1:lnTo>
                <ns1:lnTo>
                  <ns1:pt x="11414383" y="1407485"/>
                </ns1:lnTo>
                <ns1:lnTo>
                  <ns1:pt x="11403218" y="1421018"/>
                </ns1:lnTo>
                <ns1:lnTo>
                  <ns1:pt x="11389685" y="1432183"/>
                </ns1:lnTo>
                <ns1:lnTo>
                  <ns1:pt x="11374153" y="1440614"/>
                </ns1:lnTo>
                <ns1:lnTo>
                  <ns1:pt x="11356988" y="1445942"/>
                </ns1:lnTo>
                <ns1:lnTo>
                  <ns1:pt x="11338560" y="1447800"/>
                </ns1:lnTo>
                <ns1:lnTo>
                  <ns1:pt x="91440" y="1447800"/>
                </ns1:lnTo>
                <ns1:lnTo>
                  <ns1:pt x="73012" y="1445942"/>
                </ns1:lnTo>
                <ns1:lnTo>
                  <ns1:pt x="55847" y="1440614"/>
                </ns1:lnTo>
                <ns1:lnTo>
                  <ns1:pt x="40315" y="1432183"/>
                </ns1:lnTo>
                <ns1:lnTo>
                  <ns1:pt x="26782" y="1421018"/>
                </ns1:lnTo>
                <ns1:lnTo>
                  <ns1:pt x="15617" y="1407485"/>
                </ns1:lnTo>
                <ns1:lnTo>
                  <ns1:pt x="7186" y="1391953"/>
                </ns1:lnTo>
                <ns1:lnTo>
                  <ns1:pt x="1858" y="1374788"/>
                </ns1:lnTo>
                <ns1:lnTo>
                  <ns1:pt x="0" y="1356360"/>
                </ns1:lnTo>
                <ns1:lnTo>
                  <ns1:pt x="0" y="91440"/>
                </ns1:lnTo>
                <ns1:lnTo>
                  <ns1:pt x="1858" y="73012"/>
                </ns1:lnTo>
                <ns1:lnTo>
                  <ns1:pt x="7186" y="55847"/>
                </ns1:lnTo>
                <ns1:lnTo>
                  <ns1:pt x="15617" y="40315"/>
                </ns1:lnTo>
                <ns1:lnTo>
                  <ns1:pt x="26782" y="26782"/>
                </ns1:lnTo>
                <ns1:lnTo>
                  <ns1:pt x="40315" y="15617"/>
                </ns1:lnTo>
                <ns1:lnTo>
                  <ns1:pt x="55847" y="7186"/>
                </ns1:lnTo>
                <ns1:lnTo>
                  <ns1:pt x="73012" y="1858"/>
                </ns1:lnTo>
                <ns1:lnTo>
                  <ns1:pt x="9144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4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6" name="main-chain-frozen-qualification:0"/>
          <ns0:cNvSpPr txBox="1"/>
          <ns0:nvPr/>
        </ns0:nvSpPr>
        <ns0:spPr>
          <ns1:xfrm>
            <ns1:off x="518160" y="120091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78FF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主链只适用于条件可核对情形。</ns1:t>
            </ns1:r>
          </ns1:p>
        </ns0:txBody>
      </ns0:sp>
      <ns0:sp>
        <ns0:nvSpPr>
          <ns0:cNvPr id="7" name="edge-collect-retrieve"/>
          <ns0:cNvSpPr/>
          <ns0:nvPr/>
        </ns0:nvSpPr>
        <ns0:spPr>
          <ns1:xfrm>
            <ns1:off x="1798320" y="2019300"/>
            <ns1:ext cx="2865120" cy="76"/>
          </ns1:xfrm>
          <ns1:custGeom>
            <ns1:avLst/>
            <ns1:gdLst/>
            <ns1:ahLst/>
            <ns1:cxnLst/>
            <ns1:rect l="0" t="0" r="r" b="b"/>
            <ns1:pathLst>
              <ns1:path w="2865120" h="76">
                <ns1:moveTo>
                  <ns1:pt x="0" y="0"/>
                </ns1:moveTo>
                <ns1:lnTo>
                  <ns1:pt x="286512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8" name="edge-retrieve-review"/>
          <ns0:cNvSpPr/>
          <ns0:nvPr/>
        </ns0:nvSpPr>
        <ns0:spPr>
          <ns1:xfrm>
            <ns1:off x="4663440" y="2019300"/>
            <ns1:ext cx="2865120" cy="76"/>
          </ns1:xfrm>
          <ns1:custGeom>
            <ns1:avLst/>
            <ns1:gdLst/>
            <ns1:ahLst/>
            <ns1:cxnLst/>
            <ns1:rect l="0" t="0" r="r" b="b"/>
            <ns1:pathLst>
              <ns1:path w="2865120" h="76">
                <ns1:moveTo>
                  <ns1:pt x="0" y="0"/>
                </ns1:moveTo>
                <ns1:lnTo>
                  <ns1:pt x="286512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9" name="edge-review-submit"/>
          <ns0:cNvSpPr/>
          <ns0:nvPr/>
        </ns0:nvSpPr>
        <ns0:spPr>
          <ns1:xfrm>
            <ns1:off x="7528560" y="2019300"/>
            <ns1:ext cx="2865120" cy="76"/>
          </ns1:xfrm>
          <ns1:custGeom>
            <ns1:avLst/>
            <ns1:gdLst/>
            <ns1:ahLst/>
            <ns1:cxnLst/>
            <ns1:rect l="0" t="0" r="r" b="b"/>
            <ns1:pathLst>
              <ns1:path w="2865120" h="76">
                <ns1:moveTo>
                  <ns1:pt x="0" y="0"/>
                </ns1:moveTo>
                <ns1:lnTo>
                  <ns1:pt x="286512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0" name="arrowhead-collect-retrieve"/>
          <ns0:cNvSpPr/>
          <ns0:nvPr/>
        </ns0:nvSpPr>
        <ns0:spPr>
          <ns1:xfrm>
            <ns1:off x="3261360" y="1950720"/>
            <ns1:ext cx="91440" cy="137160"/>
          </ns1:xfrm>
          <ns1:custGeom>
            <ns1:avLst/>
            <ns1:gdLst/>
            <ns1:ahLst/>
            <ns1:cxnLst/>
            <ns1:rect l="0" t="0" r="r" b="b"/>
            <ns1:pathLst>
              <ns1:path w="91440" h="137160">
                <ns1:moveTo>
                  <ns1:pt x="0" y="0"/>
                </ns1:moveTo>
                <ns1:lnTo>
                  <ns1:pt x="91440" y="68580"/>
                </ns1:lnTo>
                <ns1:lnTo>
                  <ns1:pt x="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1" name="arrowhead-retrieve-review"/>
          <ns0:cNvSpPr/>
          <ns0:nvPr/>
        </ns0:nvSpPr>
        <ns0:spPr>
          <ns1:xfrm>
            <ns1:off x="6126480" y="1950720"/>
            <ns1:ext cx="91440" cy="137160"/>
          </ns1:xfrm>
          <ns1:custGeom>
            <ns1:avLst/>
            <ns1:gdLst/>
            <ns1:ahLst/>
            <ns1:cxnLst/>
            <ns1:rect l="0" t="0" r="r" b="b"/>
            <ns1:pathLst>
              <ns1:path w="91440" h="137160">
                <ns1:moveTo>
                  <ns1:pt x="0" y="0"/>
                </ns1:moveTo>
                <ns1:lnTo>
                  <ns1:pt x="91440" y="68580"/>
                </ns1:lnTo>
                <ns1:lnTo>
                  <ns1:pt x="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2" name="arrowhead-review-submit"/>
          <ns0:cNvSpPr/>
          <ns0:nvPr/>
        </ns0:nvSpPr>
        <ns0:spPr>
          <ns1:xfrm>
            <ns1:off x="8991600" y="1950720"/>
            <ns1:ext cx="91440" cy="137160"/>
          </ns1:xfrm>
          <ns1:custGeom>
            <ns1:avLst/>
            <ns1:gdLst/>
            <ns1:ahLst/>
            <ns1:cxnLst/>
            <ns1:rect l="0" t="0" r="r" b="b"/>
            <ns1:pathLst>
              <ns1:path w="91440" h="137160">
                <ns1:moveTo>
                  <ns1:pt x="0" y="0"/>
                </ns1:moveTo>
                <ns1:lnTo>
                  <ns1:pt x="91440" y="68580"/>
                </ns1:lnTo>
                <ns1:lnTo>
                  <ns1:pt x="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3" name="collect-container"/>
          <ns0:cNvSpPr/>
          <ns0:nvPr/>
        </ns0:nvSpPr>
        <ns0:spPr>
          <ns1:xfrm>
            <ns1:off x="502920" y="155448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4" name="collect-tint"/>
          <ns0:cNvSpPr/>
          <ns0:nvPr/>
        </ns0:nvSpPr>
        <ns0:spPr>
          <ns1:xfrm>
            <ns1:off x="502920" y="155448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5" name="atom:p04:label:collect:text"/>
          <ns0:cNvSpPr txBox="1"/>
          <ns0:nvPr/>
        </ns0:nvSpPr>
        <ns0:spPr>
          <ns1:xfrm>
            <ns1:off x="624840" y="165811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现场人员提供型号、</ns1:t>
            </ns1:r>
          </ns1:p>
        </ns0:txBody>
      </ns0:sp>
      <ns0:sp>
        <ns0:nvSpPr>
          <ns0:cNvPr id="16" name="atom:p04:label:collect:text"/>
          <ns0:cNvSpPr txBox="1"/>
          <ns0:nvPr/>
        </ns0:nvSpPr>
        <ns0:spPr>
          <ns1:xfrm>
            <ns1:off x="624840" y="190195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版本与现象；接单人员</ns1:t>
            </ns1:r>
          </ns1:p>
        </ns0:txBody>
      </ns0:sp>
      <ns0:sp>
        <ns0:nvSpPr>
          <ns0:cNvPr id="17" name="atom:p04:label:collect:text"/>
          <ns0:cNvSpPr txBox="1"/>
          <ns0:nvPr/>
        </ns0:nvSpPr>
        <ns0:spPr>
          <ns1:xfrm>
            <ns1:off x="624840" y="214579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核对可核查条件。</ns1:t>
            </ns1:r>
          </ns1:p>
        </ns0:txBody>
      </ns0:sp>
      <ns0:sp>
        <ns0:nvSpPr>
          <ns0:cNvPr id="18" name="retrieve-container"/>
          <ns0:cNvSpPr/>
          <ns0:nvPr/>
        </ns0:nvSpPr>
        <ns0:spPr>
          <ns1:xfrm>
            <ns1:off x="3368040" y="155448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9" name="retrieve-tint"/>
          <ns0:cNvSpPr/>
          <ns0:nvPr/>
        </ns0:nvSpPr>
        <ns0:spPr>
          <ns1:xfrm>
            <ns1:off x="3368040" y="155448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0" name="atom:p04:label:retrieve:text"/>
          <ns0:cNvSpPr txBox="1"/>
          <ns0:nvPr/>
        </ns0:nvSpPr>
        <ns0:spPr>
          <ns1:xfrm>
            <ns1:off x="3489960" y="176479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只读助手返回许可资料</ns1:t>
            </ns1:r>
          </ns1:p>
        </ns0:txBody>
      </ns0:sp>
      <ns0:sp>
        <ns0:nvSpPr>
          <ns0:cNvPr id="21" name="atom:p04:label:retrieve:text"/>
          <ns0:cNvSpPr txBox="1"/>
          <ns0:nvPr/>
        </ns0:nvSpPr>
        <ns0:spPr>
          <ns1:xfrm>
            <ns1:off x="3489960" y="2023872"/>
            <ns1:ext cx="1600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片段及来源。</ns1:t>
            </ns1:r>
          </ns1:p>
        </ns0:txBody>
      </ns0:sp>
      <ns0:sp>
        <ns0:nvSpPr>
          <ns0:cNvPr id="22" name="review-container"/>
          <ns0:cNvSpPr/>
          <ns0:nvPr/>
        </ns0:nvSpPr>
        <ns0:spPr>
          <ns1:xfrm>
            <ns1:off x="6233160" y="155448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3" name="review-tint"/>
          <ns0:cNvSpPr/>
          <ns0:nvPr/>
        </ns0:nvSpPr>
        <ns0:spPr>
          <ns1:xfrm>
            <ns1:off x="6233160" y="155448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4" name="atom:p04:label:review:text"/>
          <ns0:cNvSpPr txBox="1"/>
          <ns0:nvPr/>
        </ns0:nvSpPr>
        <ns0:spPr>
          <ns1:xfrm>
            <ns1:off x="6355080" y="165811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指定人员核查引用</ns1:t>
            </ns1:r>
          </ns1:p>
        </ns0:txBody>
      </ns0:sp>
      <ns0:sp>
        <ns0:nvSpPr>
          <ns0:cNvPr id="25" name="atom:p04:label:review:text"/>
          <ns0:cNvSpPr txBox="1"/>
          <ns0:nvPr/>
        </ns0:nvSpPr>
        <ns0:spPr>
          <ns1:xfrm>
            <ns1:off x="6355080" y="190195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适用性，记录采用／</ns1:t>
            </ns1:r>
          </ns1:p>
        </ns0:txBody>
      </ns0:sp>
      <ns0:sp>
        <ns0:nvSpPr>
          <ns0:cNvPr id="26" name="atom:p04:label:review:text"/>
          <ns0:cNvSpPr txBox="1"/>
          <ns0:nvPr/>
        </ns0:nvSpPr>
        <ns0:spPr>
          <ns1:xfrm>
            <ns1:off x="6355080" y="214579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未采用及原因。</ns1:t>
            </ns1:r>
          </ns1:p>
        </ns0:txBody>
      </ns0:sp>
      <ns0:sp>
        <ns0:nvSpPr>
          <ns0:cNvPr id="27" name="submit-container"/>
          <ns0:cNvSpPr/>
          <ns0:nvPr/>
        </ns0:nvSpPr>
        <ns0:spPr>
          <ns1:xfrm>
            <ns1:off x="9098280" y="155448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8" name="submit-tint"/>
          <ns0:cNvSpPr/>
          <ns0:nvPr/>
        </ns0:nvSpPr>
        <ns0:spPr>
          <ns1:xfrm>
            <ns1:off x="9098280" y="155448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9" name="atom:p04:label:submit:text"/>
          <ns0:cNvSpPr txBox="1"/>
          <ns0:nvPr/>
        </ns0:nvSpPr>
        <ns0:spPr>
          <ns1:xfrm>
            <ns1:off x="9220200" y="176479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人员在现有系统</ns1:t>
            </ns1:r>
          </ns1:p>
        </ns0:txBody>
      </ns0:sp>
      <ns0:sp>
        <ns0:nvSpPr>
          <ns0:cNvPr id="30" name="atom:p04:label:submit:text"/>
          <ns0:cNvSpPr txBox="1"/>
          <ns0:nvPr/>
        </ns0:nvSpPr>
        <ns0:spPr>
          <ns1:xfrm>
            <ns1:off x="9220200" y="202387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完成正式提交。</ns1:t>
            </ns1:r>
          </ns1:p>
        </ns0:txBody>
      </ns0:sp>
      <ns0:sp>
        <ns0:nvSpPr>
          <ns0:cNvPr id="31" name="atom:p04:block:exceptions-heading:text"/>
          <ns0:cNvSpPr txBox="1"/>
          <ns0:nvPr/>
        </ns0:nvSpPr>
        <ns0:spPr>
          <ns1:xfrm>
            <ns1:off x="381000" y="2804160"/>
            <ns1:ext cx="5715000" cy="5715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30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未知与不适用信息仍随请求交接</ns1:t>
            </ns1:r>
          </ns1:p>
        </ns0:txBody>
      </ns0:sp>
      <ns0:sp>
        <ns0:nvSpPr>
          <ns0:cNvPr id="32" name="table-background"/>
          <ns0:cNvSpPr/>
          <ns0:nvPr/>
        </ns0:nvSpPr>
        <ns0:spPr>
          <ns1:xfrm>
            <ns1:off x="381000" y="3337560"/>
            <ns1:ext cx="11430000" cy="2270760"/>
          </ns1:xfrm>
          <ns1:prstGeom prst="rect">
            <ns1:avLst/>
          </ns1:prstGeom>
          <ns1:solidFill>
            <ns1:srgbClr val="FFFF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3" name="table-header-tint"/>
          <ns0:cNvSpPr/>
          <ns0:nvPr/>
        </ns0:nvSpPr>
        <ns0:spPr>
          <ns1:xfrm>
            <ns1:off x="381000" y="3337560"/>
            <ns1:ext cx="11430000" cy="411480"/>
          </ns1:xfrm>
          <ns1:prstGeom prst="rect">
            <ns1:avLst/>
          </ns1:prstGeom>
          <ns1:solidFill>
            <ns1:srgbClr val="1478FF">
              <ns1:alpha val="1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4" name="table-border"/>
          <ns0:cNvSpPr/>
          <ns0:nvPr/>
        </ns0:nvSpPr>
        <ns0:spPr>
          <ns1:xfrm>
            <ns1:off x="381000" y="3337560"/>
            <ns1:ext cx="11430000" cy="2270760"/>
          </ns1:xfrm>
          <ns1:prstGeom prst="rect">
            <ns1:avLst/>
          </ns1:prstGeom>
          <ns1:noFill/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5" name="table-column-trigger-action"/>
          <ns0:cNvSpPr/>
          <ns0:nvPr/>
        </ns0:nvSpPr>
        <ns0:spPr>
          <ns1:xfrm>
            <ns1:off x="3002280" y="3337560"/>
            <ns1:ext cx="76" cy="2270760"/>
          </ns1:xfrm>
          <ns1:custGeom>
            <ns1:avLst/>
            <ns1:gdLst/>
            <ns1:ahLst/>
            <ns1:cxnLst/>
            <ns1:rect l="0" t="0" r="r" b="b"/>
            <ns1:pathLst>
              <ns1:path w="76" h="2270760">
                <ns1:moveTo>
                  <ns1:pt x="0" y="0"/>
                </ns1:moveTo>
                <ns1:lnTo>
                  <ns1:pt x="0" y="227076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3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6" name="table-column-action-handoff"/>
          <ns0:cNvSpPr/>
          <ns0:nvPr/>
        </ns0:nvSpPr>
        <ns0:spPr>
          <ns1:xfrm>
            <ns1:off x="6873240" y="3337560"/>
            <ns1:ext cx="76" cy="2270760"/>
          </ns1:xfrm>
          <ns1:custGeom>
            <ns1:avLst/>
            <ns1:gdLst/>
            <ns1:ahLst/>
            <ns1:cxnLst/>
            <ns1:rect l="0" t="0" r="r" b="b"/>
            <ns1:pathLst>
              <ns1:path w="76" h="2270760">
                <ns1:moveTo>
                  <ns1:pt x="0" y="0"/>
                </ns1:moveTo>
                <ns1:lnTo>
                  <ns1:pt x="0" y="227076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3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7" name="table-header-bottom"/>
          <ns0:cNvSpPr/>
          <ns0:nvPr/>
        </ns0:nvSpPr>
        <ns0:spPr>
          <ns1:xfrm>
            <ns1:off x="381000" y="3749040"/>
            <ns1:ext cx="11430000" cy="76"/>
          </ns1:xfrm>
          <ns1:custGeom>
            <ns1:avLst/>
            <ns1:gdLst/>
            <ns1:ahLst/>
            <ns1:cxnLst/>
            <ns1:rect l="0" t="0" r="r" b="b"/>
            <ns1:pathLst>
              <ns1:path w="11430000" h="76">
                <ns1:moveTo>
                  <ns1:pt x="0" y="0"/>
                </ns1:moveTo>
                <ns1:lnTo>
                  <ns1:pt x="11430000" y="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8" name="table-row-divider"/>
          <ns0:cNvSpPr/>
          <ns0:nvPr/>
        </ns0:nvSpPr>
        <ns0:spPr>
          <ns1:xfrm>
            <ns1:off x="381000" y="4678680"/>
            <ns1:ext cx="11430000" cy="76"/>
          </ns1:xfrm>
          <ns1:custGeom>
            <ns1:avLst/>
            <ns1:gdLst/>
            <ns1:ahLst/>
            <ns1:cxnLst/>
            <ns1:rect l="0" t="0" r="r" b="b"/>
            <ns1:pathLst>
              <ns1:path w="11430000" h="76">
                <ns1:moveTo>
                  <ns1:pt x="0" y="0"/>
                </ns1:moveTo>
                <ns1:lnTo>
                  <ns1:pt x="11430000" y="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9" name="atom:p04:column:exceptions:trigger:label"/>
          <ns0:cNvSpPr txBox="1"/>
          <ns0:nvPr/>
        </ns0:nvSpPr>
        <ns0:spPr>
          <ns1:xfrm>
            <ns1:off x="518160" y="3425952"/>
            <ns1:ext cx="1143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触发条件</ns1:t>
            </ns1:r>
          </ns1:p>
        </ns0:txBody>
      </ns0:sp>
      <ns0:sp>
        <ns0:nvSpPr>
          <ns0:cNvPr id="40" name="atom:p04:column:exceptions:action:label"/>
          <ns0:cNvSpPr txBox="1"/>
          <ns0:nvPr/>
        </ns0:nvSpPr>
        <ns0:spPr>
          <ns1:xfrm>
            <ns1:off x="3139440" y="3425952"/>
            <ns1:ext cx="1600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接单人员动作</ns1:t>
            </ns1:r>
          </ns1:p>
        </ns0:txBody>
      </ns0:sp>
      <ns0:sp>
        <ns0:nvSpPr>
          <ns0:cNvPr id="41" name="atom:p04:column:exceptions:handoff:label"/>
          <ns0:cNvSpPr txBox="1"/>
          <ns0:nvPr/>
        </ns0:nvSpPr>
        <ns0:spPr>
          <ns1:xfrm>
            <ns1:off x="7010400" y="342595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交接及继续条件</ns1:t>
            </ns1:r>
          </ns1:p>
        </ns0:txBody>
      </ns0:sp>
      <ns0:sp>
        <ns0:nvSpPr>
          <ns0:cNvPr id="42" name="atom:p04:cell:exceptions:unknown:trigger:display_text"/>
          <ns0:cNvSpPr txBox="1"/>
          <ns0:nvPr/>
        </ns0:nvSpPr>
        <ns0:spPr>
          <ns1:xfrm>
            <ns1:off x="518160" y="383743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型号或版本待补／</ns1:t>
            </ns1:r>
          </ns1:p>
        </ns0:txBody>
      </ns0:sp>
      <ns0:sp>
        <ns0:nvSpPr>
          <ns0:cNvPr id="43" name="atom:p04:cell:exceptions:unknown:trigger:display_text"/>
          <ns0:cNvSpPr txBox="1"/>
          <ns0:nvPr/>
        </ns0:nvSpPr>
        <ns0:spPr>
          <ns1:xfrm>
            <ns1:off x="518160" y="4096512"/>
            <ns1:ext cx="1371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确实不可得</ns1:t>
            </ns1:r>
          </ns1:p>
        </ns0:txBody>
      </ns0:sp>
      <ns0:sp>
        <ns0:nvSpPr>
          <ns0:cNvPr id="44" name="atom:p04:cell:exceptions:unknown:action:display_text"/>
          <ns0:cNvSpPr txBox="1"/>
          <ns0:nvPr/>
        </ns0:nvSpPr>
        <ns0:spPr>
          <ns1:xfrm>
            <ns1:off x="3139440" y="3837432"/>
            <ns1:ext cx="3657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保留已知条件、未知字段及原因；</ns1:t>
            </ns1:r>
          </ns1:p>
        </ns0:txBody>
      </ns0:sp>
      <ns0:sp>
        <ns0:nvSpPr>
          <ns0:cNvPr id="45" name="atom:p04:cell:exceptions:unknown:action:display_text"/>
          <ns0:cNvSpPr txBox="1"/>
          <ns0:nvPr/>
        </ns0:nvSpPr>
        <ns0:spPr>
          <ns1:xfrm>
            <ns1:off x="3139440" y="4096512"/>
            <ns1:ext cx="2743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能补则请求可核对信息，</ns1:t>
            </ns1:r>
          </ns1:p>
        </ns0:txBody>
      </ns0:sp>
      <ns0:sp>
        <ns0:nvSpPr>
          <ns0:cNvPr id="46" name="atom:p04:cell:exceptions:unknown:action:display_text"/>
          <ns0:cNvSpPr txBox="1"/>
          <ns0:nvPr/>
        </ns0:nvSpPr>
        <ns0:spPr>
          <ns1:xfrm>
            <ns1:off x="3139440" y="435559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不能强制填入猜测。</ns1:t>
            </ns1:r>
          </ns1:p>
        </ns0:txBody>
      </ns0:sp>
      <ns0:sp>
        <ns0:nvSpPr>
          <ns0:cNvPr id="47" name="atom:p04:cell:exceptions:unknown:handoff:display_text"/>
          <ns0:cNvSpPr txBox="1"/>
          <ns0:nvPr/>
        </ns0:nvSpPr>
        <ns0:spPr>
          <ns1:xfrm>
            <ns1:off x="7010400" y="3837432"/>
            <ns1:ext cx="4572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不能补出时交指定业务核查人判断下一步；</ns1:t>
            </ns1:r>
          </ns1:p>
        </ns0:txBody>
      </ns0:sp>
      <ns0:sp>
        <ns0:nvSpPr>
          <ns0:cNvPr id="48" name="atom:p04:cell:exceptions:unknown:handoff:display_text"/>
          <ns0:cNvSpPr txBox="1"/>
          <ns0:nvPr/>
        </ns0:nvSpPr>
        <ns0:spPr>
          <ns1:xfrm>
            <ns1:off x="7010400" y="409651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取得可核查条件后按主链继续。</ns1:t>
            </ns1:r>
          </ns1:p>
        </ns0:txBody>
      </ns0:sp>
      <ns0:sp>
        <ns0:nvSpPr>
          <ns0:cNvPr id="49" name="atom:p04:cell:exceptions:unknown:handoff:display_text"/>
          <ns0:cNvSpPr txBox="1"/>
          <ns0:nvPr/>
        </ns0:nvSpPr>
        <ns0:spPr>
          <ns1:xfrm>
            <ns1:off x="7010400" y="4355592"/>
            <ns1:ext cx="4343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具体责任人与恢复规则须在启动前明确。</ns1:t>
            </ns1:r>
          </ns1:p>
        </ns0:txBody>
      </ns0:sp>
      <ns0:sp>
        <ns0:nvSpPr>
          <ns0:cNvPr id="50" name="atom:p04:cell:exceptions:unsuitable:trigger:display_text"/>
          <ns0:cNvSpPr txBox="1"/>
          <ns0:nvPr/>
        </ns0:nvSpPr>
        <ns0:spPr>
          <ns1:xfrm>
            <ns1:off x="518160" y="476707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引用适用性无法确认、</ns1:t>
            </ns1:r>
          </ns1:p>
        </ns0:txBody>
      </ns0:sp>
      <ns0:sp>
        <ns0:nvSpPr>
          <ns0:cNvPr id="51" name="atom:p04:cell:exceptions:unsuitable:trigger:display_text"/>
          <ns0:cNvSpPr txBox="1"/>
          <ns0:nvPr/>
        </ns0:nvSpPr>
        <ns0:spPr>
          <ns1:xfrm>
            <ns1:off x="518160" y="502615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引用冲突／不适用，</ns1:t>
            </ns1:r>
          </ns1:p>
        </ns0:txBody>
      </ns0:sp>
      <ns0:sp>
        <ns0:nvSpPr>
          <ns0:cNvPr id="52" name="atom:p04:cell:exceptions:unsuitable:trigger:display_text"/>
          <ns0:cNvSpPr txBox="1"/>
          <ns0:nvPr/>
        </ns0:nvSpPr>
        <ns0:spPr>
          <ns1:xfrm>
            <ns1:off x="518160" y="528523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或问题仍不确定</ns1:t>
            </ns1:r>
          </ns1:p>
        </ns0:txBody>
      </ns0:sp>
      <ns0:sp>
        <ns0:nvSpPr>
          <ns0:cNvPr id="53" name="atom:p04:cell:exceptions:unsuitable:action:display_text"/>
          <ns0:cNvSpPr txBox="1"/>
          <ns0:nvPr/>
        </ns0:nvSpPr>
        <ns0:spPr>
          <ns1:xfrm>
            <ns1:off x="3139440" y="4767072"/>
            <ns1:ext cx="2743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保留设备条件、来源位置</ns1:t>
            </ns1:r>
          </ns1:p>
        </ns0:txBody>
      </ns0:sp>
      <ns0:sp>
        <ns0:nvSpPr>
          <ns0:cNvPr id="54" name="atom:p04:cell:exceptions:unsuitable:action:display_text"/>
          <ns0:cNvSpPr txBox="1"/>
          <ns0:nvPr/>
        </ns0:nvSpPr>
        <ns0:spPr>
          <ns1:xfrm>
            <ns1:off x="3139440" y="5026152"/>
            <ns1:ext cx="3200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和未决点；候选引用不能标成</ns1:t>
            </ns1:r>
          </ns1:p>
        </ns0:txBody>
      </ns0:sp>
      <ns0:sp>
        <ns0:nvSpPr>
          <ns0:cNvPr id="55" name="atom:p04:cell:exceptions:unsuitable:action:display_text"/>
          <ns0:cNvSpPr txBox="1"/>
          <ns0:nvPr/>
        </ns0:nvSpPr>
        <ns0:spPr>
          <ns1:xfrm>
            <ns1:off x="3139440" y="528523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可直接采用的结论。</ns1:t>
            </ns1:r>
          </ns1:p>
        </ns0:txBody>
      </ns0:sp>
      <ns0:sp>
        <ns0:nvSpPr>
          <ns0:cNvPr id="56" name="atom:p04:cell:exceptions:unsuitable:handoff:display_text"/>
          <ns0:cNvSpPr txBox="1"/>
          <ns0:nvPr/>
        </ns0:nvSpPr>
        <ns0:spPr>
          <ns1:xfrm>
            <ns1:off x="7010400" y="4767072"/>
            <ns1:ext cx="3886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交核查人确认资料适用性和下一步；</ns1:t>
            </ns1:r>
          </ns1:p>
        </ns0:txBody>
      </ns0:sp>
      <ns0:sp>
        <ns0:nvSpPr>
          <ns0:cNvPr id="57" name="atom:p04:cell:exceptions:unsuitable:handoff:display_text"/>
          <ns0:cNvSpPr txBox="1"/>
          <ns0:nvPr/>
        </ns0:nvSpPr>
        <ns0:spPr>
          <ns1:xfrm>
            <ns1:off x="7010400" y="5026152"/>
            <ns1:ext cx="2971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无法确认则继续标明未决，</ns1:t>
            </ns1:r>
          </ns1:p>
        </ns0:txBody>
      </ns0:sp>
      <ns0:sp>
        <ns0:nvSpPr>
          <ns0:cNvPr id="58" name="atom:p04:cell:exceptions:unsuitable:handoff:display_text"/>
          <ns0:cNvSpPr txBox="1"/>
          <ns0:nvPr/>
        </ns0:nvSpPr>
        <ns0:spPr>
          <ns1:xfrm>
            <ns1:off x="7010400" y="528523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不把找到资料记为故障已解决。</ns1:t>
            </ns1:r>
          </ns1:p>
        </ns0:txBody>
      </ns0:sp>
      <ns0:sp>
        <ns0:nvSpPr>
          <ns0:cNvPr id="59" name="boundary-background"/>
          <ns0:cNvSpPr/>
          <ns0:nvPr/>
        </ns0:nvSpPr>
        <ns0:spPr>
          <ns1:xfrm>
            <ns1:off x="381000" y="5806440"/>
            <ns1:ext cx="11430000" cy="670560"/>
          </ns1:xfrm>
          <ns1:custGeom>
            <ns1:avLst/>
            <ns1:gdLst/>
            <ns1:ahLst/>
            <ns1:cxnLst/>
            <ns1:rect l="0" t="0" r="r" b="b"/>
            <ns1:pathLst>
              <ns1:path w="11430000" h="670560">
                <ns1:moveTo>
                  <ns1:pt x="91440" y="0"/>
                </ns1:moveTo>
                <ns1:lnTo>
                  <ns1:pt x="11338560" y="0"/>
                </ns1:lnTo>
                <ns1:lnTo>
                  <ns1:pt x="11356988" y="1858"/>
                </ns1:lnTo>
                <ns1:lnTo>
                  <ns1:pt x="11374153" y="7186"/>
                </ns1:lnTo>
                <ns1:lnTo>
                  <ns1:pt x="11389685" y="15617"/>
                </ns1:lnTo>
                <ns1:lnTo>
                  <ns1:pt x="11403218" y="26782"/>
                </ns1:lnTo>
                <ns1:lnTo>
                  <ns1:pt x="11414383" y="40315"/>
                </ns1:lnTo>
                <ns1:lnTo>
                  <ns1:pt x="11422814" y="55847"/>
                </ns1:lnTo>
                <ns1:lnTo>
                  <ns1:pt x="11428142" y="73012"/>
                </ns1:lnTo>
                <ns1:lnTo>
                  <ns1:pt x="11430000" y="91440"/>
                </ns1:lnTo>
                <ns1:lnTo>
                  <ns1:pt x="11430000" y="579120"/>
                </ns1:lnTo>
                <ns1:lnTo>
                  <ns1:pt x="11428142" y="597548"/>
                </ns1:lnTo>
                <ns1:lnTo>
                  <ns1:pt x="11422814" y="614713"/>
                </ns1:lnTo>
                <ns1:lnTo>
                  <ns1:pt x="11414383" y="630245"/>
                </ns1:lnTo>
                <ns1:lnTo>
                  <ns1:pt x="11403218" y="643778"/>
                </ns1:lnTo>
                <ns1:lnTo>
                  <ns1:pt x="11389685" y="654943"/>
                </ns1:lnTo>
                <ns1:lnTo>
                  <ns1:pt x="11374153" y="663374"/>
                </ns1:lnTo>
                <ns1:lnTo>
                  <ns1:pt x="11356988" y="668702"/>
                </ns1:lnTo>
                <ns1:lnTo>
                  <ns1:pt x="11338560" y="670560"/>
                </ns1:lnTo>
                <ns1:lnTo>
                  <ns1:pt x="91440" y="670560"/>
                </ns1:lnTo>
                <ns1:lnTo>
                  <ns1:pt x="73012" y="668702"/>
                </ns1:lnTo>
                <ns1:lnTo>
                  <ns1:pt x="55847" y="663374"/>
                </ns1:lnTo>
                <ns1:lnTo>
                  <ns1:pt x="40315" y="654943"/>
                </ns1:lnTo>
                <ns1:lnTo>
                  <ns1:pt x="26782" y="643778"/>
                </ns1:lnTo>
                <ns1:lnTo>
                  <ns1:pt x="15617" y="630245"/>
                </ns1:lnTo>
                <ns1:lnTo>
                  <ns1:pt x="7186" y="614713"/>
                </ns1:lnTo>
                <ns1:lnTo>
                  <ns1:pt x="1858" y="597548"/>
                </ns1:lnTo>
                <ns1:lnTo>
                  <ns1:pt x="0" y="579120"/>
                </ns1:lnTo>
                <ns1:lnTo>
                  <ns1:pt x="0" y="91440"/>
                </ns1:lnTo>
                <ns1:lnTo>
                  <ns1:pt x="1858" y="73012"/>
                </ns1:lnTo>
                <ns1:lnTo>
                  <ns1:pt x="7186" y="55847"/>
                </ns1:lnTo>
                <ns1:lnTo>
                  <ns1:pt x="15617" y="40315"/>
                </ns1:lnTo>
                <ns1:lnTo>
                  <ns1:pt x="26782" y="26782"/>
                </ns1:lnTo>
                <ns1:lnTo>
                  <ns1:pt x="40315" y="15617"/>
                </ns1:lnTo>
                <ns1:lnTo>
                  <ns1:pt x="55847" y="7186"/>
                </ns1:lnTo>
                <ns1:lnTo>
                  <ns1:pt x="73012" y="1858"/>
                </ns1:lnTo>
                <ns1:lnTo>
                  <ns1:pt x="9144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60" name="atom:p04:callout:boundary:text"/>
          <ns0:cNvSpPr txBox="1"/>
          <ns0:nvPr/>
        </ns0:nvSpPr>
        <ns0:spPr>
          <ns1:xfrm>
            <ns1:off x="518160" y="5894832"/>
            <ns1:ext cx="7572375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原始范围：AI 不自动提交、修改或关闭正式工单，未知及原因必须保留。</ns1:t>
            </ns1:r>
          </ns1:p>
        </ns0:txBody>
      </ns0:sp>
      <ns0:sp>
        <ns0:nvSpPr>
          <ns0:cNvPr id="61" name="atom:p04:callout:boundary:text"/>
          <ns0:cNvSpPr txBox="1"/>
          <ns0:nvPr/>
        </ns0:nvSpPr>
        <ns0:spPr>
          <ns1:xfrm>
            <ns1:off x="518160" y="6153912"/>
            <ns1:ext cx="5257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能力边界：引用问答不等于诊断正确或操作获批。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