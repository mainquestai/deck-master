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7970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082040"/>
            <ns1:ext cx="11430000" cy="1417320"/>
          </ns1:xfrm>
          <ns1:custGeom>
            <ns1:avLst/>
            <ns1:gdLst/>
            <ns1:ahLst/>
            <ns1:cxnLst/>
            <ns1:rect l="0" t="0" r="r" b="b"/>
            <ns1:pathLst>
              <ns1:path w="11430000" h="14173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25880"/>
                </ns1:lnTo>
                <ns1:lnTo>
                  <ns1:pt x="11428142" y="1344308"/>
                </ns1:lnTo>
                <ns1:lnTo>
                  <ns1:pt x="11422814" y="1361473"/>
                </ns1:lnTo>
                <ns1:lnTo>
                  <ns1:pt x="11414383" y="1377005"/>
                </ns1:lnTo>
                <ns1:lnTo>
                  <ns1:pt x="11403218" y="1390538"/>
                </ns1:lnTo>
                <ns1:lnTo>
                  <ns1:pt x="11389685" y="1401703"/>
                </ns1:lnTo>
                <ns1:lnTo>
                  <ns1:pt x="11374153" y="1410134"/>
                </ns1:lnTo>
                <ns1:lnTo>
                  <ns1:pt x="11356988" y="1415462"/>
                </ns1:lnTo>
                <ns1:lnTo>
                  <ns1:pt x="11338560" y="1417320"/>
                </ns1:lnTo>
                <ns1:lnTo>
                  <ns1:pt x="91440" y="1417320"/>
                </ns1:lnTo>
                <ns1:lnTo>
                  <ns1:pt x="73012" y="1415462"/>
                </ns1:lnTo>
                <ns1:lnTo>
                  <ns1:pt x="55847" y="1410134"/>
                </ns1:lnTo>
                <ns1:lnTo>
                  <ns1:pt x="40315" y="1401703"/>
                </ns1:lnTo>
                <ns1:lnTo>
                  <ns1:pt x="26782" y="1390538"/>
                </ns1:lnTo>
                <ns1:lnTo>
                  <ns1:pt x="15617" y="1377005"/>
                </ns1:lnTo>
                <ns1:lnTo>
                  <ns1:pt x="7186" y="1361473"/>
                </ns1:lnTo>
                <ns1:lnTo>
                  <ns1:pt x="1858" y="1344308"/>
                </ns1:lnTo>
                <ns1:lnTo>
                  <ns1:pt x="0" y="13258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1247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2865120" y="0"/>
                </ns1:moveTo>
                <ns1:lnTo>
                  <ns1:pt x="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196596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91440" y="0"/>
                </ns1:moveTo>
                <ns1:lnTo>
                  <ns1:pt x="0" y="68580"/>
                </ns1:lnTo>
                <ns1:lnTo>
                  <ns1:pt x="9144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89738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5819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8333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084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6885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19476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5819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83337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0848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47828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6885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19476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69748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230880"/>
            <ns1:ext cx="11430000" cy="4495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6804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329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32689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32689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326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77647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279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77647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279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2793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77647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279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2793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289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49804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31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289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498043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318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289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498043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3189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783580"/>
            <ns1:ext cx="11430000" cy="693420"/>
          </ns1:xfrm>
          <ns1:custGeom>
            <ns1:avLst/>
            <ns1:gdLst/>
            <ns1:ahLst/>
            <ns1:cxnLst/>
            <ns1:rect l="0" t="0" r="r" b="b"/>
            <ns1:pathLst>
              <ns1:path w="11430000" h="6934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601980"/>
                </ns1:lnTo>
                <ns1:lnTo>
                  <ns1:pt x="11428142" y="620408"/>
                </ns1:lnTo>
                <ns1:lnTo>
                  <ns1:pt x="11422814" y="637573"/>
                </ns1:lnTo>
                <ns1:lnTo>
                  <ns1:pt x="11414383" y="653105"/>
                </ns1:lnTo>
                <ns1:lnTo>
                  <ns1:pt x="11403218" y="666638"/>
                </ns1:lnTo>
                <ns1:lnTo>
                  <ns1:pt x="11389685" y="677803"/>
                </ns1:lnTo>
                <ns1:lnTo>
                  <ns1:pt x="11374153" y="686234"/>
                </ns1:lnTo>
                <ns1:lnTo>
                  <ns1:pt x="11356988" y="691562"/>
                </ns1:lnTo>
                <ns1:lnTo>
                  <ns1:pt x="11338560" y="693420"/>
                </ns1:lnTo>
                <ns1:lnTo>
                  <ns1:pt x="91440" y="693420"/>
                </ns1:lnTo>
                <ns1:lnTo>
                  <ns1:pt x="73012" y="691562"/>
                </ns1:lnTo>
                <ns1:lnTo>
                  <ns1:pt x="55847" y="686234"/>
                </ns1:lnTo>
                <ns1:lnTo>
                  <ns1:pt x="40315" y="677803"/>
                </ns1:lnTo>
                <ns1:lnTo>
                  <ns1:pt x="26782" y="666638"/>
                </ns1:lnTo>
                <ns1:lnTo>
                  <ns1:pt x="15617" y="653105"/>
                </ns1:lnTo>
                <ns1:lnTo>
                  <ns1:pt x="7186" y="637573"/>
                </ns1:lnTo>
                <ns1:lnTo>
                  <ns1:pt x="1858" y="620408"/>
                </ns1:lnTo>
                <ns1:lnTo>
                  <ns1:pt x="0" y="6019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7959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234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