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381000" y="38100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机械编辑验证：建议流程保留两条分支：条件可核对／条件未知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381000" y="79705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381000" y="1082040"/>
            <ns1:ext cx="11430000" cy="1417320"/>
          </ns1:xfrm>
          <ns1:custGeom>
            <ns1:avLst/>
            <ns1:gdLst/>
            <ns1:ahLst/>
            <ns1:cxnLst/>
            <ns1:rect l="0" t="0" r="r" b="b"/>
            <ns1:pathLst>
              <ns1:path w="11430000" h="141732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1325880"/>
                </ns1:lnTo>
                <ns1:lnTo>
                  <ns1:pt x="11428142" y="1344308"/>
                </ns1:lnTo>
                <ns1:lnTo>
                  <ns1:pt x="11422814" y="1361473"/>
                </ns1:lnTo>
                <ns1:lnTo>
                  <ns1:pt x="11414383" y="1377005"/>
                </ns1:lnTo>
                <ns1:lnTo>
                  <ns1:pt x="11403218" y="1390538"/>
                </ns1:lnTo>
                <ns1:lnTo>
                  <ns1:pt x="11389685" y="1401703"/>
                </ns1:lnTo>
                <ns1:lnTo>
                  <ns1:pt x="11374153" y="1410134"/>
                </ns1:lnTo>
                <ns1:lnTo>
                  <ns1:pt x="11356988" y="1415462"/>
                </ns1:lnTo>
                <ns1:lnTo>
                  <ns1:pt x="11338560" y="1417320"/>
                </ns1:lnTo>
                <ns1:lnTo>
                  <ns1:pt x="91440" y="1417320"/>
                </ns1:lnTo>
                <ns1:lnTo>
                  <ns1:pt x="73012" y="1415462"/>
                </ns1:lnTo>
                <ns1:lnTo>
                  <ns1:pt x="55847" y="1410134"/>
                </ns1:lnTo>
                <ns1:lnTo>
                  <ns1:pt x="40315" y="1401703"/>
                </ns1:lnTo>
                <ns1:lnTo>
                  <ns1:pt x="26782" y="1390538"/>
                </ns1:lnTo>
                <ns1:lnTo>
                  <ns1:pt x="15617" y="1377005"/>
                </ns1:lnTo>
                <ns1:lnTo>
                  <ns1:pt x="7186" y="1361473"/>
                </ns1:lnTo>
                <ns1:lnTo>
                  <ns1:pt x="1858" y="1344308"/>
                </ns1:lnTo>
                <ns1:lnTo>
                  <ns1:pt x="0" y="132588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518160" y="112471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1798320" y="196596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4663440" y="196596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7528560" y="196596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3261360" y="189738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6126480" y="189738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8991600" y="189738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50292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50292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624840" y="158191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624840" y="183337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624840" y="20848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336804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336804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3489960" y="168859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3489960" y="194767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623316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623316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6355080" y="158191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6355080" y="183337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适用性，记录采用／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6355080" y="20848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未采用及原因。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909828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909828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9220200" y="16885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9220200" y="194767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381000" y="269748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381000" y="3230880"/>
            <ns1:ext cx="11430000" cy="235458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381000" y="3230880"/>
            <ns1:ext cx="11430000" cy="44958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381000" y="3230880"/>
            <ns1:ext cx="11430000" cy="2354580"/>
          </ns1:xfrm>
          <ns1:prstGeom prst="rect">
            <ns1:avLst/>
          </ns1:prstGeom>
          <ns1:noFill/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002280" y="3230880"/>
            <ns1:ext cx="76" cy="2354580"/>
          </ns1:xfrm>
          <ns1:custGeom>
            <ns1:avLst/>
            <ns1:gdLst/>
            <ns1:ahLst/>
            <ns1:cxnLst/>
            <ns1:rect l="0" t="0" r="r" b="b"/>
            <ns1:pathLst>
              <ns1:path w="76" h="2354580">
                <ns1:moveTo>
                  <ns1:pt x="0" y="0"/>
                </ns1:moveTo>
                <ns1:lnTo>
                  <ns1:pt x="0" y="235458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6873240" y="3230880"/>
            <ns1:ext cx="76" cy="2354580"/>
          </ns1:xfrm>
          <ns1:custGeom>
            <ns1:avLst/>
            <ns1:gdLst/>
            <ns1:ahLst/>
            <ns1:cxnLst/>
            <ns1:rect l="0" t="0" r="r" b="b"/>
            <ns1:pathLst>
              <ns1:path w="76" h="2354580">
                <ns1:moveTo>
                  <ns1:pt x="0" y="0"/>
                </ns1:moveTo>
                <ns1:lnTo>
                  <ns1:pt x="0" y="235458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381000" y="368046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381000" y="463296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518160" y="332689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139440" y="332689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7010400" y="33268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518160" y="377647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518160" y="402793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139440" y="377647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139440" y="402793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139440" y="42793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7010400" y="377647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7010400" y="40279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7010400" y="427939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518160" y="472897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518160" y="498043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518160" y="52318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139440" y="472897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139440" y="4980432"/>
            <ns1:ext cx="3200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和未决点；候选引用不能标成</ns1:t>
            </ns1:r>
          </ns1:p>
        </ns0:txBody>
      </ns0:sp>
      <ns0:sp>
        <ns0:nvSpPr>
          <ns0:cNvPr id="55" name="atom:p04:cell:exceptions:unsuitable:action:display_text"/>
          <ns0:cNvSpPr txBox="1"/>
          <ns0:nvPr/>
        </ns0:nvSpPr>
        <ns0:spPr>
          <ns1:xfrm>
            <ns1:off x="3139440" y="52318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可直接采用的结论。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7010400" y="472897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7010400" y="498043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8" name="atom:p04:cell:exceptions:unsuitable:handoff:display_text"/>
          <ns0:cNvSpPr txBox="1"/>
          <ns0:nvPr/>
        </ns0:nvSpPr>
        <ns0:spPr>
          <ns1:xfrm>
            <ns1:off x="7010400" y="523189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9" name="boundary-background"/>
          <ns0:cNvSpPr/>
          <ns0:nvPr/>
        </ns0:nvSpPr>
        <ns0:spPr>
          <ns1:xfrm>
            <ns1:off x="381000" y="5783580"/>
            <ns1:ext cx="11430000" cy="693420"/>
          </ns1:xfrm>
          <ns1:custGeom>
            <ns1:avLst/>
            <ns1:gdLst/>
            <ns1:ahLst/>
            <ns1:cxnLst/>
            <ns1:rect l="0" t="0" r="r" b="b"/>
            <ns1:pathLst>
              <ns1:path w="11430000" h="69342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601980"/>
                </ns1:lnTo>
                <ns1:lnTo>
                  <ns1:pt x="11428142" y="620408"/>
                </ns1:lnTo>
                <ns1:lnTo>
                  <ns1:pt x="11422814" y="637573"/>
                </ns1:lnTo>
                <ns1:lnTo>
                  <ns1:pt x="11414383" y="653105"/>
                </ns1:lnTo>
                <ns1:lnTo>
                  <ns1:pt x="11403218" y="666638"/>
                </ns1:lnTo>
                <ns1:lnTo>
                  <ns1:pt x="11389685" y="677803"/>
                </ns1:lnTo>
                <ns1:lnTo>
                  <ns1:pt x="11374153" y="686234"/>
                </ns1:lnTo>
                <ns1:lnTo>
                  <ns1:pt x="11356988" y="691562"/>
                </ns1:lnTo>
                <ns1:lnTo>
                  <ns1:pt x="11338560" y="693420"/>
                </ns1:lnTo>
                <ns1:lnTo>
                  <ns1:pt x="91440" y="693420"/>
                </ns1:lnTo>
                <ns1:lnTo>
                  <ns1:pt x="73012" y="691562"/>
                </ns1:lnTo>
                <ns1:lnTo>
                  <ns1:pt x="55847" y="686234"/>
                </ns1:lnTo>
                <ns1:lnTo>
                  <ns1:pt x="40315" y="677803"/>
                </ns1:lnTo>
                <ns1:lnTo>
                  <ns1:pt x="26782" y="666638"/>
                </ns1:lnTo>
                <ns1:lnTo>
                  <ns1:pt x="15617" y="653105"/>
                </ns1:lnTo>
                <ns1:lnTo>
                  <ns1:pt x="7186" y="637573"/>
                </ns1:lnTo>
                <ns1:lnTo>
                  <ns1:pt x="1858" y="620408"/>
                </ns1:lnTo>
                <ns1:lnTo>
                  <ns1:pt x="0" y="60198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518160" y="587959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1" name="atom:p04:callout:boundary:text"/>
          <ns0:cNvSpPr txBox="1"/>
          <ns0:nvPr/>
        </ns0:nvSpPr>
        <ns0:spPr>
          <ns1:xfrm>
            <ns1:off x="518160" y="612343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