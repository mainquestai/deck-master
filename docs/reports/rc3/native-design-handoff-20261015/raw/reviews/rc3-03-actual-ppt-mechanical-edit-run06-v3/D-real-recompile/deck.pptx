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100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79705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097280"/>
            <ns1:ext cx="11430000" cy="1417320"/>
          </ns1:xfrm>
          <ns1:custGeom>
            <ns1:avLst/>
            <ns1:gdLst/>
            <ns1:ahLst/>
            <ns1:cxnLst/>
            <ns1:rect l="0" t="0" r="r" b="b"/>
            <ns1:pathLst>
              <ns1:path w="11430000" h="14173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25880"/>
                </ns1:lnTo>
                <ns1:lnTo>
                  <ns1:pt x="11428142" y="1344308"/>
                </ns1:lnTo>
                <ns1:lnTo>
                  <ns1:pt x="11422814" y="1361473"/>
                </ns1:lnTo>
                <ns1:lnTo>
                  <ns1:pt x="11414383" y="1377005"/>
                </ns1:lnTo>
                <ns1:lnTo>
                  <ns1:pt x="11403218" y="1390538"/>
                </ns1:lnTo>
                <ns1:lnTo>
                  <ns1:pt x="11389685" y="1401703"/>
                </ns1:lnTo>
                <ns1:lnTo>
                  <ns1:pt x="11374153" y="1410134"/>
                </ns1:lnTo>
                <ns1:lnTo>
                  <ns1:pt x="11356988" y="1415462"/>
                </ns1:lnTo>
                <ns1:lnTo>
                  <ns1:pt x="11338560" y="1417320"/>
                </ns1:lnTo>
                <ns1:lnTo>
                  <ns1:pt x="91440" y="1417320"/>
                </ns1:lnTo>
                <ns1:lnTo>
                  <ns1:pt x="73012" y="1415462"/>
                </ns1:lnTo>
                <ns1:lnTo>
                  <ns1:pt x="55847" y="1410134"/>
                </ns1:lnTo>
                <ns1:lnTo>
                  <ns1:pt x="40315" y="1401703"/>
                </ns1:lnTo>
                <ns1:lnTo>
                  <ns1:pt x="26782" y="1390538"/>
                </ns1:lnTo>
                <ns1:lnTo>
                  <ns1:pt x="15617" y="1377005"/>
                </ns1:lnTo>
                <ns1:lnTo>
                  <ns1:pt x="7186" y="1361473"/>
                </ns1:lnTo>
                <ns1:lnTo>
                  <ns1:pt x="1858" y="1344308"/>
                </ns1:lnTo>
                <ns1:lnTo>
                  <ns1:pt x="0" y="13258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13995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98320" y="19812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63440" y="19812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28560" y="1981200"/>
            <ns1:ext cx="2865120" cy="76"/>
          </ns1:xfrm>
          <ns1:custGeom>
            <ns1:avLst/>
            <ns1:gdLst/>
            <ns1:ahLst/>
            <ns1:cxnLst/>
            <ns1:rect l="0" t="0" r="r" b="b"/>
            <ns1:pathLst>
              <ns1:path w="2865120" h="76">
                <ns1:moveTo>
                  <ns1:pt x="0" y="0"/>
                </ns1:moveTo>
                <ns1:lnTo>
                  <ns1:pt x="286512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61360" y="19126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26480" y="19126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8991600" y="1912620"/>
            <ns1:ext cx="91440" cy="137160"/>
          </ns1:xfrm>
          <ns1:custGeom>
            <ns1:avLst/>
            <ns1:gdLst/>
            <ns1:ahLst/>
            <ns1:cxnLst/>
            <ns1:rect l="0" t="0" r="r" b="b"/>
            <ns1:pathLst>
              <ns1:path w="91440" h="137160">
                <ns1:moveTo>
                  <ns1:pt x="0" y="0"/>
                </ns1:moveTo>
                <ns1:lnTo>
                  <ns1:pt x="9144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59715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84861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1000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6804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6804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489960" y="17038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489960" y="196291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3316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3316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355080" y="159715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355080" y="184861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适用性，记录采用／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355080" y="210007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未采用及原因。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09828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098280" y="1493520"/>
            <ns1:ext cx="2590800" cy="975360"/>
          </ns1:xfrm>
          <ns1:custGeom>
            <ns1:avLst/>
            <ns1:gdLst/>
            <ns1:ahLst/>
            <ns1:cxnLst/>
            <ns1:rect l="0" t="0" r="r" b="b"/>
            <ns1:pathLst>
              <ns1:path w="2590800" h="975360">
                <ns1:moveTo>
                  <ns1:pt x="76200" y="0"/>
                </ns1:moveTo>
                <ns1:lnTo>
                  <ns1:pt x="2514600" y="0"/>
                </ns1:lnTo>
                <ns1:lnTo>
                  <ns1:pt x="2529957" y="1548"/>
                </ns1:lnTo>
                <ns1:lnTo>
                  <ns1:pt x="2544260" y="5988"/>
                </ns1:lnTo>
                <ns1:lnTo>
                  <ns1:pt x="2557204" y="13014"/>
                </ns1:lnTo>
                <ns1:lnTo>
                  <ns1:pt x="2568481" y="22319"/>
                </ns1:lnTo>
                <ns1:lnTo>
                  <ns1:pt x="2577786" y="33596"/>
                </ns1:lnTo>
                <ns1:lnTo>
                  <ns1:pt x="2584812" y="46540"/>
                </ns1:lnTo>
                <ns1:lnTo>
                  <ns1:pt x="2589252" y="60843"/>
                </ns1:lnTo>
                <ns1:lnTo>
                  <ns1:pt x="2590800" y="76200"/>
                </ns1:lnTo>
                <ns1:lnTo>
                  <ns1:pt x="2590800" y="899160"/>
                </ns1:lnTo>
                <ns1:lnTo>
                  <ns1:pt x="2589252" y="914517"/>
                </ns1:lnTo>
                <ns1:lnTo>
                  <ns1:pt x="2584812" y="928820"/>
                </ns1:lnTo>
                <ns1:lnTo>
                  <ns1:pt x="2577786" y="941764"/>
                </ns1:lnTo>
                <ns1:lnTo>
                  <ns1:pt x="2568481" y="953041"/>
                </ns1:lnTo>
                <ns1:lnTo>
                  <ns1:pt x="2557204" y="962346"/>
                </ns1:lnTo>
                <ns1:lnTo>
                  <ns1:pt x="2544260" y="969372"/>
                </ns1:lnTo>
                <ns1:lnTo>
                  <ns1:pt x="2529957" y="973812"/>
                </ns1:lnTo>
                <ns1:lnTo>
                  <ns1:pt x="2514600" y="975360"/>
                </ns1:lnTo>
                <ns1:lnTo>
                  <ns1:pt x="76200" y="975360"/>
                </ns1:lnTo>
                <ns1:lnTo>
                  <ns1:pt x="60843" y="973812"/>
                </ns1:lnTo>
                <ns1:lnTo>
                  <ns1:pt x="46540" y="969372"/>
                </ns1:lnTo>
                <ns1:lnTo>
                  <ns1:pt x="33596" y="962346"/>
                </ns1:lnTo>
                <ns1:lnTo>
                  <ns1:pt x="22319" y="953041"/>
                </ns1:lnTo>
                <ns1:lnTo>
                  <ns1:pt x="13014" y="941764"/>
                </ns1:lnTo>
                <ns1:lnTo>
                  <ns1:pt x="5988" y="928820"/>
                </ns1:lnTo>
                <ns1:lnTo>
                  <ns1:pt x="1548" y="914517"/>
                </ns1:lnTo>
                <ns1:lnTo>
                  <ns1:pt x="0" y="89916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220200" y="17038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220200" y="196291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69748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230880"/>
            <ns1:ext cx="11430000" cy="44958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230880"/>
            <ns1:ext cx="11430000" cy="235458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00228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73240" y="3230880"/>
            <ns1:ext cx="76" cy="2354580"/>
          </ns1:xfrm>
          <ns1:custGeom>
            <ns1:avLst/>
            <ns1:gdLst/>
            <ns1:ahLst/>
            <ns1:cxnLst/>
            <ns1:rect l="0" t="0" r="r" b="b"/>
            <ns1:pathLst>
              <ns1:path w="76" h="2354580">
                <ns1:moveTo>
                  <ns1:pt x="0" y="0"/>
                </ns1:moveTo>
                <ns1:lnTo>
                  <ns1:pt x="0" y="235458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6804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6329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32689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139440" y="332689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7010400" y="3326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77647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0279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139440" y="377647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139440" y="40279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139440" y="42793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7010400" y="377647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7010400" y="40279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7010400" y="427939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72897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49804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3189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139440" y="472897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139440" y="4980432"/>
            <ns1:ext cx="3200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和未决点；候选引用不能标成</ns1:t>
            </ns1:r>
          </ns1:p>
        </ns0:txBody>
      </ns0:sp>
      <ns0:sp>
        <ns0:nvSpPr>
          <ns0:cNvPr id="55" name="atom:p04:cell:exceptions:unsuitable:action:display_text"/>
          <ns0:cNvSpPr txBox="1"/>
          <ns0:nvPr/>
        </ns0:nvSpPr>
        <ns0:spPr>
          <ns1:xfrm>
            <ns1:off x="3139440" y="523189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可直接采用的结论。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7010400" y="472897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7010400" y="49804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8" name="atom:p04:cell:exceptions:unsuitable:handoff:display_text"/>
          <ns0:cNvSpPr txBox="1"/>
          <ns0:nvPr/>
        </ns0:nvSpPr>
        <ns0:spPr>
          <ns1:xfrm>
            <ns1:off x="7010400" y="523189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9" name="boundary-background"/>
          <ns0:cNvSpPr/>
          <ns0:nvPr/>
        </ns0:nvSpPr>
        <ns0:spPr>
          <ns1:xfrm>
            <ns1:off x="381000" y="5783580"/>
            <ns1:ext cx="11430000" cy="693420"/>
          </ns1:xfrm>
          <ns1:custGeom>
            <ns1:avLst/>
            <ns1:gdLst/>
            <ns1:ahLst/>
            <ns1:cxnLst/>
            <ns1:rect l="0" t="0" r="r" b="b"/>
            <ns1:pathLst>
              <ns1:path w="11430000" h="69342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601980"/>
                </ns1:lnTo>
                <ns1:lnTo>
                  <ns1:pt x="11428142" y="620408"/>
                </ns1:lnTo>
                <ns1:lnTo>
                  <ns1:pt x="11422814" y="637573"/>
                </ns1:lnTo>
                <ns1:lnTo>
                  <ns1:pt x="11414383" y="653105"/>
                </ns1:lnTo>
                <ns1:lnTo>
                  <ns1:pt x="11403218" y="666638"/>
                </ns1:lnTo>
                <ns1:lnTo>
                  <ns1:pt x="11389685" y="677803"/>
                </ns1:lnTo>
                <ns1:lnTo>
                  <ns1:pt x="11374153" y="686234"/>
                </ns1:lnTo>
                <ns1:lnTo>
                  <ns1:pt x="11356988" y="691562"/>
                </ns1:lnTo>
                <ns1:lnTo>
                  <ns1:pt x="11338560" y="693420"/>
                </ns1:lnTo>
                <ns1:lnTo>
                  <ns1:pt x="91440" y="693420"/>
                </ns1:lnTo>
                <ns1:lnTo>
                  <ns1:pt x="73012" y="691562"/>
                </ns1:lnTo>
                <ns1:lnTo>
                  <ns1:pt x="55847" y="686234"/>
                </ns1:lnTo>
                <ns1:lnTo>
                  <ns1:pt x="40315" y="677803"/>
                </ns1:lnTo>
                <ns1:lnTo>
                  <ns1:pt x="26782" y="666638"/>
                </ns1:lnTo>
                <ns1:lnTo>
                  <ns1:pt x="15617" y="653105"/>
                </ns1:lnTo>
                <ns1:lnTo>
                  <ns1:pt x="7186" y="637573"/>
                </ns1:lnTo>
                <ns1:lnTo>
                  <ns1:pt x="1858" y="620408"/>
                </ns1:lnTo>
                <ns1:lnTo>
                  <ns1:pt x="0" y="60198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587959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1" name="atom:p04:callout:boundary:text"/>
          <ns0:cNvSpPr txBox="1"/>
          <ns0:nvPr/>
        </ns0:nvSpPr>
        <ns0:spPr>
          <ns1:xfrm>
            <ns1:off x="518160" y="61234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