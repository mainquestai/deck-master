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5240000" cy="85725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476250" y="48387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机械编辑验证：建议流程保留两条分支：条件可核对／条件未知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476250" y="101803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476250" y="1504950"/>
            <ns1:ext cx="14287500" cy="1828800"/>
          </ns1:xfrm>
          <ns1:custGeom>
            <ns1:avLst/>
            <ns1:gdLst/>
            <ns1:ahLst/>
            <ns1:cxnLst/>
            <ns1:rect l="0" t="0" r="r" b="b"/>
            <ns1:pathLst>
              <ns1:path w="14287500" h="1828800">
                <ns1:moveTo>
                  <ns1:pt x="114300" y="0"/>
                </ns1:moveTo>
                <ns1:lnTo>
                  <ns1:pt x="14173200" y="0"/>
                </ns1:lnTo>
                <ns1:lnTo>
                  <ns1:pt x="14196235" y="2322"/>
                </ns1:lnTo>
                <ns1:lnTo>
                  <ns1:pt x="14217691" y="8982"/>
                </ns1:lnTo>
                <ns1:lnTo>
                  <ns1:pt x="14237106" y="19521"/>
                </ns1:lnTo>
                <ns1:lnTo>
                  <ns1:pt x="14254022" y="33478"/>
                </ns1:lnTo>
                <ns1:lnTo>
                  <ns1:pt x="14267979" y="50394"/>
                </ns1:lnTo>
                <ns1:lnTo>
                  <ns1:pt x="14278518" y="69809"/>
                </ns1:lnTo>
                <ns1:lnTo>
                  <ns1:pt x="14285178" y="91265"/>
                </ns1:lnTo>
                <ns1:lnTo>
                  <ns1:pt x="14287500" y="114300"/>
                </ns1:lnTo>
                <ns1:lnTo>
                  <ns1:pt x="14287500" y="1714500"/>
                </ns1:lnTo>
                <ns1:lnTo>
                  <ns1:pt x="14285178" y="1737535"/>
                </ns1:lnTo>
                <ns1:lnTo>
                  <ns1:pt x="14278518" y="1758991"/>
                </ns1:lnTo>
                <ns1:lnTo>
                  <ns1:pt x="14267979" y="1778406"/>
                </ns1:lnTo>
                <ns1:lnTo>
                  <ns1:pt x="14254022" y="1795322"/>
                </ns1:lnTo>
                <ns1:lnTo>
                  <ns1:pt x="14237106" y="1809279"/>
                </ns1:lnTo>
                <ns1:lnTo>
                  <ns1:pt x="14217691" y="1819818"/>
                </ns1:lnTo>
                <ns1:lnTo>
                  <ns1:pt x="14196235" y="1826478"/>
                </ns1:lnTo>
                <ns1:lnTo>
                  <ns1:pt x="14173200" y="1828800"/>
                </ns1:lnTo>
                <ns1:lnTo>
                  <ns1:pt x="114300" y="1828800"/>
                </ns1:lnTo>
                <ns1:lnTo>
                  <ns1:pt x="91265" y="1826478"/>
                </ns1:lnTo>
                <ns1:lnTo>
                  <ns1:pt x="69809" y="1819818"/>
                </ns1:lnTo>
                <ns1:lnTo>
                  <ns1:pt x="50394" y="1809279"/>
                </ns1:lnTo>
                <ns1:lnTo>
                  <ns1:pt x="33478" y="1795322"/>
                </ns1:lnTo>
                <ns1:lnTo>
                  <ns1:pt x="19521" y="1778406"/>
                </ns1:lnTo>
                <ns1:lnTo>
                  <ns1:pt x="8982" y="1758991"/>
                </ns1:lnTo>
                <ns1:lnTo>
                  <ns1:pt x="2322" y="1737535"/>
                </ns1:lnTo>
                <ns1:lnTo>
                  <ns1:pt x="0" y="1714500"/>
                </ns1:lnTo>
                <ns1:lnTo>
                  <ns1:pt x="0" y="114300"/>
                </ns1:lnTo>
                <ns1:lnTo>
                  <ns1:pt x="2322" y="91265"/>
                </ns1:lnTo>
                <ns1:lnTo>
                  <ns1:pt x="8982" y="69809"/>
                </ns1:lnTo>
                <ns1:lnTo>
                  <ns1:pt x="19521" y="50394"/>
                </ns1:lnTo>
                <ns1:lnTo>
                  <ns1:pt x="33478" y="33478"/>
                </ns1:lnTo>
                <ns1:lnTo>
                  <ns1:pt x="50394" y="19521"/>
                </ns1:lnTo>
                <ns1:lnTo>
                  <ns1:pt x="69809" y="8982"/>
                </ns1:lnTo>
                <ns1:lnTo>
                  <ns1:pt x="91265" y="2322"/>
                </ns1:lnTo>
                <ns1:lnTo>
                  <ns1:pt x="1143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647700" y="160858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2190750" y="259080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5810250" y="259080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9429750" y="259080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4095750" y="250507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7715250" y="250507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11334750" y="250507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628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628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781050" y="21800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781050" y="24658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781050" y="275158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4248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4248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4400550" y="23134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4400550" y="259918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7867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7867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8020050" y="218008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指定人员核查引用适用性，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8020050" y="24658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记录采用／未采用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8020050" y="275158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11487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11487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11639550" y="23134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11639550" y="259918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476250" y="358902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476250" y="4152900"/>
            <ns1:ext cx="14287500" cy="283845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476250" y="4152900"/>
            <ns1:ext cx="14287500" cy="53340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476250" y="4152900"/>
            <ns1:ext cx="14287500" cy="2838450"/>
          </ns1:xfrm>
          <ns1:prstGeom prst="rect">
            <ns1:avLst/>
          </ns1:prstGeom>
          <ns1:noFill/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543300" y="4152900"/>
            <ns1:ext cx="95" cy="2838450"/>
          </ns1:xfrm>
          <ns1:custGeom>
            <ns1:avLst/>
            <ns1:gdLst/>
            <ns1:ahLst/>
            <ns1:cxnLst/>
            <ns1:rect l="0" t="0" r="r" b="b"/>
            <ns1:pathLst>
              <ns1:path w="95" h="2838450">
                <ns1:moveTo>
                  <ns1:pt x="0" y="0"/>
                </ns1:moveTo>
                <ns1:lnTo>
                  <ns1:pt x="0" y="283845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8553450" y="4152900"/>
            <ns1:ext cx="95" cy="2838450"/>
          </ns1:xfrm>
          <ns1:custGeom>
            <ns1:avLst/>
            <ns1:gdLst/>
            <ns1:ahLst/>
            <ns1:cxnLst/>
            <ns1:rect l="0" t="0" r="r" b="b"/>
            <ns1:pathLst>
              <ns1:path w="95" h="2838450">
                <ns1:moveTo>
                  <ns1:pt x="0" y="0"/>
                </ns1:moveTo>
                <ns1:lnTo>
                  <ns1:pt x="0" y="283845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476250" y="4686300"/>
            <ns1:ext cx="14287500" cy="95"/>
          </ns1:xfrm>
          <ns1:custGeom>
            <ns1:avLst/>
            <ns1:gdLst/>
            <ns1:ahLst/>
            <ns1:cxnLst/>
            <ns1:rect l="0" t="0" r="r" b="b"/>
            <ns1:pathLst>
              <ns1:path w="14287500" h="95">
                <ns1:moveTo>
                  <ns1:pt x="0" y="0"/>
                </ns1:moveTo>
                <ns1:lnTo>
                  <ns1:pt x="142875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476250" y="5886450"/>
            <ns1:ext cx="14287500" cy="95"/>
          </ns1:xfrm>
          <ns1:custGeom>
            <ns1:avLst/>
            <ns1:gdLst/>
            <ns1:ahLst/>
            <ns1:cxnLst/>
            <ns1:rect l="0" t="0" r="r" b="b"/>
            <ns1:pathLst>
              <ns1:path w="14287500" h="95">
                <ns1:moveTo>
                  <ns1:pt x="0" y="0"/>
                </ns1:moveTo>
                <ns1:lnTo>
                  <ns1:pt x="142875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647700" y="429463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714750" y="429463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8724900" y="42946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647700" y="484708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647700" y="513283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714750" y="484708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714750" y="513283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714750" y="54185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8724900" y="484708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8724900" y="51328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8724900" y="541858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647700" y="60472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647700" y="63329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647700" y="66187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714750" y="604723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保留设备条件、来源位置和未决点；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714750" y="6332982"/>
            <ns1:ext cx="4114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候选引用不能标成可直接采用的结论。</ns1:t>
            </ns1:r>
          </ns1:p>
        </ns0:txBody>
      </ns0:sp>
      <ns0:sp>
        <ns0:nvSpPr>
          <ns0:cNvPr id="55" name="atom:p04:cell:exceptions:unsuitable:handoff:display_text"/>
          <ns0:cNvSpPr txBox="1"/>
          <ns0:nvPr/>
        </ns0:nvSpPr>
        <ns0:spPr>
          <ns1:xfrm>
            <ns1:off x="8724900" y="604723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8724900" y="633298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8724900" y="66187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8" name="boundary-background"/>
          <ns0:cNvSpPr/>
          <ns0:nvPr/>
        </ns0:nvSpPr>
        <ns0:spPr>
          <ns1:xfrm>
            <ns1:off x="476250" y="7258050"/>
            <ns1:ext cx="14287500" cy="838200"/>
          </ns1:xfrm>
          <ns1:custGeom>
            <ns1:avLst/>
            <ns1:gdLst/>
            <ns1:ahLst/>
            <ns1:cxnLst/>
            <ns1:rect l="0" t="0" r="r" b="b"/>
            <ns1:pathLst>
              <ns1:path w="14287500" h="838200">
                <ns1:moveTo>
                  <ns1:pt x="114300" y="0"/>
                </ns1:moveTo>
                <ns1:lnTo>
                  <ns1:pt x="14173200" y="0"/>
                </ns1:lnTo>
                <ns1:lnTo>
                  <ns1:pt x="14196235" y="2322"/>
                </ns1:lnTo>
                <ns1:lnTo>
                  <ns1:pt x="14217691" y="8982"/>
                </ns1:lnTo>
                <ns1:lnTo>
                  <ns1:pt x="14237106" y="19521"/>
                </ns1:lnTo>
                <ns1:lnTo>
                  <ns1:pt x="14254022" y="33478"/>
                </ns1:lnTo>
                <ns1:lnTo>
                  <ns1:pt x="14267979" y="50394"/>
                </ns1:lnTo>
                <ns1:lnTo>
                  <ns1:pt x="14278518" y="69809"/>
                </ns1:lnTo>
                <ns1:lnTo>
                  <ns1:pt x="14285178" y="91265"/>
                </ns1:lnTo>
                <ns1:lnTo>
                  <ns1:pt x="14287500" y="114300"/>
                </ns1:lnTo>
                <ns1:lnTo>
                  <ns1:pt x="14287500" y="723900"/>
                </ns1:lnTo>
                <ns1:lnTo>
                  <ns1:pt x="14285178" y="746935"/>
                </ns1:lnTo>
                <ns1:lnTo>
                  <ns1:pt x="14278518" y="768391"/>
                </ns1:lnTo>
                <ns1:lnTo>
                  <ns1:pt x="14267979" y="787806"/>
                </ns1:lnTo>
                <ns1:lnTo>
                  <ns1:pt x="14254022" y="804722"/>
                </ns1:lnTo>
                <ns1:lnTo>
                  <ns1:pt x="14237106" y="818679"/>
                </ns1:lnTo>
                <ns1:lnTo>
                  <ns1:pt x="14217691" y="829218"/>
                </ns1:lnTo>
                <ns1:lnTo>
                  <ns1:pt x="14196235" y="835878"/>
                </ns1:lnTo>
                <ns1:lnTo>
                  <ns1:pt x="14173200" y="838200"/>
                </ns1:lnTo>
                <ns1:lnTo>
                  <ns1:pt x="114300" y="838200"/>
                </ns1:lnTo>
                <ns1:lnTo>
                  <ns1:pt x="91265" y="835878"/>
                </ns1:lnTo>
                <ns1:lnTo>
                  <ns1:pt x="69809" y="829218"/>
                </ns1:lnTo>
                <ns1:lnTo>
                  <ns1:pt x="50394" y="818679"/>
                </ns1:lnTo>
                <ns1:lnTo>
                  <ns1:pt x="33478" y="804722"/>
                </ns1:lnTo>
                <ns1:lnTo>
                  <ns1:pt x="19521" y="787806"/>
                </ns1:lnTo>
                <ns1:lnTo>
                  <ns1:pt x="8982" y="768391"/>
                </ns1:lnTo>
                <ns1:lnTo>
                  <ns1:pt x="2322" y="746935"/>
                </ns1:lnTo>
                <ns1:lnTo>
                  <ns1:pt x="0" y="723900"/>
                </ns1:lnTo>
                <ns1:lnTo>
                  <ns1:pt x="0" y="114300"/>
                </ns1:lnTo>
                <ns1:lnTo>
                  <ns1:pt x="2322" y="91265"/>
                </ns1:lnTo>
                <ns1:lnTo>
                  <ns1:pt x="8982" y="69809"/>
                </ns1:lnTo>
                <ns1:lnTo>
                  <ns1:pt x="19521" y="50394"/>
                </ns1:lnTo>
                <ns1:lnTo>
                  <ns1:pt x="33478" y="33478"/>
                </ns1:lnTo>
                <ns1:lnTo>
                  <ns1:pt x="50394" y="19521"/>
                </ns1:lnTo>
                <ns1:lnTo>
                  <ns1:pt x="69809" y="8982"/>
                </ns1:lnTo>
                <ns1:lnTo>
                  <ns1:pt x="91265" y="2322"/>
                </ns1:lnTo>
                <ns1:lnTo>
                  <ns1:pt x="1143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59" name="atom:p04:callout:boundary:text"/>
          <ns0:cNvSpPr txBox="1"/>
          <ns0:nvPr/>
        </ns0:nvSpPr>
        <ns0:spPr>
          <ns1:xfrm>
            <ns1:off x="647700" y="738073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647700" y="768553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