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沿四节点讲条件可核对分支：现场提供型号、版本与现象，接单人员核对；只读助手返回许可资料和来源；指定人员核查适用性、记录采用与否及原因；人员在现有系统正式提交。提示在首次提交前，补问是否减少仍待验。</a:t>
            </a:r>
          </a:p>
          <a:p>
            <a:r>
              <a:t>指第一行异常：型号或版本待补，先保留已知条件、未知字段及原因，能补则请求可核对信息。确实不可得时交指定业务核查人判断；取得可核查条件后再走主链。启动前须明确责任人与恢复规则，不能猜填或强制制造完整性。</a:t>
            </a:r>
          </a:p>
          <a:p>
            <a:r>
              <a:t>指第二行异常：引用不适用、冲突或无法确认，连同设备条件、来源位置与未决点交核查人。候选引用不能当成可直接采用的结论；无法确认继续标未决，找到资料不等于故障已解决。</a:t>
            </a:r>
          </a:p>
          <a:p>
            <a:r>
              <a:t>停顿强调边界：引用问答不等于诊断正确或操作获批；AI不自动提交、修改或关闭正式工单，未知不能在交接中消失。下一页落实支持这些动作的准备与责任。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ns0:sld xmlns:ns0="http://schemas.openxmlformats.org/presentationml/2006/main" xmlns:ns1="http://schemas.openxmlformats.org/drawingml/2006/main">
  <ns0:cSld name="p04">
    <ns0:spTree>
      <ns0:nvGrpSpPr>
        <ns0:cNvPr id="1" name=""/>
        <ns0:cNvGrpSpPr/>
        <ns0:nvPr/>
      </ns0:nvGrpSpPr>
      <ns0:grpSpPr/>
      <ns0:sp>
        <ns0:nvSpPr>
          <ns0:cNvPr id="2" name="canvas"/>
          <ns0:cNvSpPr/>
          <ns0:nvPr/>
        </ns0:nvSpPr>
        <ns0:spPr>
          <ns1:xfrm>
            <ns1:off x="0" y="0"/>
            <ns1:ext cx="15240000" cy="857250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" name="atom:p04:title"/>
          <ns0:cNvSpPr txBox="1"/>
          <ns0:nvPr/>
        </ns0:nvSpPr>
        <ns0:spPr>
          <ns1:xfrm>
            <ns1:off x="476250" y="483870"/>
            <ns1:ext cx="8382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建议流程保留两条分支：条件可核对／条件未知</ns1:t>
            </ns1:r>
          </ns1:p>
        </ns0:txBody>
      </ns0:sp>
      <ns0:sp>
        <ns0:nvSpPr>
          <ns0:cNvPr id="4" name="atom:p04:subtitle"/>
          <ns0:cNvSpPr txBox="1"/>
          <ns0:nvPr/>
        </ns0:nvSpPr>
        <ns0:spPr>
          <ns1:xfrm>
            <ns1:off x="476250" y="1018032"/>
            <ns1:ext cx="5943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首次人员提交前做条件提示；能否减少后续补问仍待验证</ns1:t>
            </ns1:r>
          </ns1:p>
        </ns0:txBody>
      </ns0:sp>
      <ns0:sp>
        <ns0:nvSpPr>
          <ns0:cNvPr id="5" name="main-chain-frame"/>
          <ns0:cNvSpPr/>
          <ns0:nvPr/>
        </ns0:nvSpPr>
        <ns0:spPr>
          <ns1:xfrm>
            <ns1:off x="476250" y="1504950"/>
            <ns1:ext cx="14287500" cy="1828800"/>
          </ns1:xfrm>
          <ns1:custGeom>
            <ns1:avLst/>
            <ns1:gdLst/>
            <ns1:ahLst/>
            <ns1:cxnLst/>
            <ns1:rect l="0" t="0" r="r" b="b"/>
            <ns1:pathLst>
              <ns1:path w="14287500" h="1828800">
                <ns1:moveTo>
                  <ns1:pt x="114300" y="0"/>
                </ns1:moveTo>
                <ns1:lnTo>
                  <ns1:pt x="14173200" y="0"/>
                </ns1:lnTo>
                <ns1:lnTo>
                  <ns1:pt x="14196235" y="2322"/>
                </ns1:lnTo>
                <ns1:lnTo>
                  <ns1:pt x="14217691" y="8982"/>
                </ns1:lnTo>
                <ns1:lnTo>
                  <ns1:pt x="14237106" y="19521"/>
                </ns1:lnTo>
                <ns1:lnTo>
                  <ns1:pt x="14254022" y="33478"/>
                </ns1:lnTo>
                <ns1:lnTo>
                  <ns1:pt x="14267979" y="50394"/>
                </ns1:lnTo>
                <ns1:lnTo>
                  <ns1:pt x="14278518" y="69809"/>
                </ns1:lnTo>
                <ns1:lnTo>
                  <ns1:pt x="14285178" y="91265"/>
                </ns1:lnTo>
                <ns1:lnTo>
                  <ns1:pt x="14287500" y="114300"/>
                </ns1:lnTo>
                <ns1:lnTo>
                  <ns1:pt x="14287500" y="1714500"/>
                </ns1:lnTo>
                <ns1:lnTo>
                  <ns1:pt x="14285178" y="1737535"/>
                </ns1:lnTo>
                <ns1:lnTo>
                  <ns1:pt x="14278518" y="1758991"/>
                </ns1:lnTo>
                <ns1:lnTo>
                  <ns1:pt x="14267979" y="1778406"/>
                </ns1:lnTo>
                <ns1:lnTo>
                  <ns1:pt x="14254022" y="1795322"/>
                </ns1:lnTo>
                <ns1:lnTo>
                  <ns1:pt x="14237106" y="1809279"/>
                </ns1:lnTo>
                <ns1:lnTo>
                  <ns1:pt x="14217691" y="1819818"/>
                </ns1:lnTo>
                <ns1:lnTo>
                  <ns1:pt x="14196235" y="1826478"/>
                </ns1:lnTo>
                <ns1:lnTo>
                  <ns1:pt x="14173200" y="1828800"/>
                </ns1:lnTo>
                <ns1:lnTo>
                  <ns1:pt x="114300" y="1828800"/>
                </ns1:lnTo>
                <ns1:lnTo>
                  <ns1:pt x="91265" y="1826478"/>
                </ns1:lnTo>
                <ns1:lnTo>
                  <ns1:pt x="69809" y="1819818"/>
                </ns1:lnTo>
                <ns1:lnTo>
                  <ns1:pt x="50394" y="1809279"/>
                </ns1:lnTo>
                <ns1:lnTo>
                  <ns1:pt x="33478" y="1795322"/>
                </ns1:lnTo>
                <ns1:lnTo>
                  <ns1:pt x="19521" y="1778406"/>
                </ns1:lnTo>
                <ns1:lnTo>
                  <ns1:pt x="8982" y="1758991"/>
                </ns1:lnTo>
                <ns1:lnTo>
                  <ns1:pt x="2322" y="1737535"/>
                </ns1:lnTo>
                <ns1:lnTo>
                  <ns1:pt x="0" y="1714500"/>
                </ns1:lnTo>
                <ns1:lnTo>
                  <ns1:pt x="0" y="114300"/>
                </ns1:lnTo>
                <ns1:lnTo>
                  <ns1:pt x="2322" y="91265"/>
                </ns1:lnTo>
                <ns1:lnTo>
                  <ns1:pt x="8982" y="69809"/>
                </ns1:lnTo>
                <ns1:lnTo>
                  <ns1:pt x="19521" y="50394"/>
                </ns1:lnTo>
                <ns1:lnTo>
                  <ns1:pt x="33478" y="33478"/>
                </ns1:lnTo>
                <ns1:lnTo>
                  <ns1:pt x="50394" y="19521"/>
                </ns1:lnTo>
                <ns1:lnTo>
                  <ns1:pt x="69809" y="8982"/>
                </ns1:lnTo>
                <ns1:lnTo>
                  <ns1:pt x="91265" y="2322"/>
                </ns1:lnTo>
                <ns1:lnTo>
                  <ns1:pt x="11430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4288" cap="flat">
            <ns1:solidFill>
              <ns1:srgbClr val="1478FF">
                <ns1:alpha val="4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6" name="main-chain-frozen-qualification:0"/>
          <ns0:cNvSpPr txBox="1"/>
          <ns0:nvPr/>
        </ns0:nvSpPr>
        <ns0:spPr>
          <ns1:xfrm>
            <ns1:off x="647700" y="160858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78FF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主链只适用于条件可核对情形。</ns1:t>
            </ns1:r>
          </ns1:p>
        </ns0:txBody>
      </ns0:sp>
      <ns0:sp>
        <ns0:nvSpPr>
          <ns0:cNvPr id="7" name="edge-collect-retrieve"/>
          <ns0:cNvSpPr/>
          <ns0:nvPr/>
        </ns0:nvSpPr>
        <ns0:spPr>
          <ns1:xfrm>
            <ns1:off x="2190750" y="2590800"/>
            <ns1:ext cx="3619500" cy="95"/>
          </ns1:xfrm>
          <ns1:custGeom>
            <ns1:avLst/>
            <ns1:gdLst/>
            <ns1:ahLst/>
            <ns1:cxnLst/>
            <ns1:rect l="0" t="0" r="r" b="b"/>
            <ns1:pathLst>
              <ns1:path w="3619500" h="95">
                <ns1:moveTo>
                  <ns1:pt x="0" y="0"/>
                </ns1:moveTo>
                <ns1:lnTo>
                  <ns1:pt x="3619500" y="0"/>
                </ns1:lnTo>
              </ns1:path>
            </ns1:pathLst>
          </ns1:custGeom>
          <ns1:noFill/>
          <ns1:ln w="47625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8" name="edge-retrieve-review"/>
          <ns0:cNvSpPr/>
          <ns0:nvPr/>
        </ns0:nvSpPr>
        <ns0:spPr>
          <ns1:xfrm>
            <ns1:off x="5810250" y="2590800"/>
            <ns1:ext cx="3619500" cy="95"/>
          </ns1:xfrm>
          <ns1:custGeom>
            <ns1:avLst/>
            <ns1:gdLst/>
            <ns1:ahLst/>
            <ns1:cxnLst/>
            <ns1:rect l="0" t="0" r="r" b="b"/>
            <ns1:pathLst>
              <ns1:path w="3619500" h="95">
                <ns1:moveTo>
                  <ns1:pt x="0" y="0"/>
                </ns1:moveTo>
                <ns1:lnTo>
                  <ns1:pt x="3619500" y="0"/>
                </ns1:lnTo>
              </ns1:path>
            </ns1:pathLst>
          </ns1:custGeom>
          <ns1:noFill/>
          <ns1:ln w="47625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9" name="edge-review-submit"/>
          <ns0:cNvSpPr/>
          <ns0:nvPr/>
        </ns0:nvSpPr>
        <ns0:spPr>
          <ns1:xfrm>
            <ns1:off x="9429750" y="2590800"/>
            <ns1:ext cx="3619500" cy="95"/>
          </ns1:xfrm>
          <ns1:custGeom>
            <ns1:avLst/>
            <ns1:gdLst/>
            <ns1:ahLst/>
            <ns1:cxnLst/>
            <ns1:rect l="0" t="0" r="r" b="b"/>
            <ns1:pathLst>
              <ns1:path w="3619500" h="95">
                <ns1:moveTo>
                  <ns1:pt x="0" y="0"/>
                </ns1:moveTo>
                <ns1:lnTo>
                  <ns1:pt x="3619500" y="0"/>
                </ns1:lnTo>
              </ns1:path>
            </ns1:pathLst>
          </ns1:custGeom>
          <ns1:noFill/>
          <ns1:ln w="47625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0" name="arrowhead-collect-retrieve"/>
          <ns0:cNvSpPr/>
          <ns0:nvPr/>
        </ns0:nvSpPr>
        <ns0:spPr>
          <ns1:xfrm>
            <ns1:off x="4095750" y="2505075"/>
            <ns1:ext cx="133350" cy="171450"/>
          </ns1:xfrm>
          <ns1:custGeom>
            <ns1:avLst/>
            <ns1:gdLst/>
            <ns1:ahLst/>
            <ns1:cxnLst/>
            <ns1:rect l="0" t="0" r="r" b="b"/>
            <ns1:pathLst>
              <ns1:path w="133350" h="171450">
                <ns1:moveTo>
                  <ns1:pt x="0" y="0"/>
                </ns1:moveTo>
                <ns1:lnTo>
                  <ns1:pt x="133350" y="85725"/>
                </ns1:lnTo>
                <ns1:lnTo>
                  <ns1:pt x="0" y="17145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1" name="arrowhead-retrieve-review"/>
          <ns0:cNvSpPr/>
          <ns0:nvPr/>
        </ns0:nvSpPr>
        <ns0:spPr>
          <ns1:xfrm>
            <ns1:off x="7715250" y="2505075"/>
            <ns1:ext cx="133350" cy="171450"/>
          </ns1:xfrm>
          <ns1:custGeom>
            <ns1:avLst/>
            <ns1:gdLst/>
            <ns1:ahLst/>
            <ns1:cxnLst/>
            <ns1:rect l="0" t="0" r="r" b="b"/>
            <ns1:pathLst>
              <ns1:path w="133350" h="171450">
                <ns1:moveTo>
                  <ns1:pt x="0" y="0"/>
                </ns1:moveTo>
                <ns1:lnTo>
                  <ns1:pt x="133350" y="85725"/>
                </ns1:lnTo>
                <ns1:lnTo>
                  <ns1:pt x="0" y="17145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2" name="arrowhead-review-submit"/>
          <ns0:cNvSpPr/>
          <ns0:nvPr/>
        </ns0:nvSpPr>
        <ns0:spPr>
          <ns1:xfrm>
            <ns1:off x="11334750" y="2505075"/>
            <ns1:ext cx="133350" cy="171450"/>
          </ns1:xfrm>
          <ns1:custGeom>
            <ns1:avLst/>
            <ns1:gdLst/>
            <ns1:ahLst/>
            <ns1:cxnLst/>
            <ns1:rect l="0" t="0" r="r" b="b"/>
            <ns1:pathLst>
              <ns1:path w="133350" h="171450">
                <ns1:moveTo>
                  <ns1:pt x="0" y="0"/>
                </ns1:moveTo>
                <ns1:lnTo>
                  <ns1:pt x="133350" y="85725"/>
                </ns1:lnTo>
                <ns1:lnTo>
                  <ns1:pt x="0" y="171450"/>
                </ns1:lnTo>
                <ns1:close/>
              </ns1:path>
            </ns1:pathLst>
          </ns1:custGeom>
          <ns1:solidFill>
            <ns1:srgbClr val="1478FF">
              <ns1:alpha val="10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3" name="collect-container"/>
          <ns0:cNvSpPr/>
          <ns0:nvPr/>
        </ns0:nvSpPr>
        <ns0:spPr>
          <ns1:xfrm>
            <ns1:off x="6286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4288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4" name="collect-tint"/>
          <ns0:cNvSpPr/>
          <ns0:nvPr/>
        </ns0:nvSpPr>
        <ns0:spPr>
          <ns1:xfrm>
            <ns1:off x="6286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5" name="atom:p04:label:collect:text"/>
          <ns0:cNvSpPr txBox="1"/>
          <ns0:nvPr/>
        </ns0:nvSpPr>
        <ns0:spPr>
          <ns1:xfrm>
            <ns1:off x="781050" y="218008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现场人员提供型号、</ns1:t>
            </ns1:r>
          </ns1:p>
        </ns0:txBody>
      </ns0:sp>
      <ns0:sp>
        <ns0:nvSpPr>
          <ns0:cNvPr id="16" name="atom:p04:label:collect:text"/>
          <ns0:cNvSpPr txBox="1"/>
          <ns0:nvPr/>
        </ns0:nvSpPr>
        <ns0:spPr>
          <ns1:xfrm>
            <ns1:off x="781050" y="246583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版本与现象；接单人员</ns1:t>
            </ns1:r>
          </ns1:p>
        </ns0:txBody>
      </ns0:sp>
      <ns0:sp>
        <ns0:nvSpPr>
          <ns0:cNvPr id="17" name="atom:p04:label:collect:text"/>
          <ns0:cNvSpPr txBox="1"/>
          <ns0:nvPr/>
        </ns0:nvSpPr>
        <ns0:spPr>
          <ns1:xfrm>
            <ns1:off x="781050" y="275158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核对可核查条件。</ns1:t>
            </ns1:r>
          </ns1:p>
        </ns0:txBody>
      </ns0:sp>
      <ns0:sp>
        <ns0:nvSpPr>
          <ns0:cNvPr id="18" name="retrieve-container"/>
          <ns0:cNvSpPr/>
          <ns0:nvPr/>
        </ns0:nvSpPr>
        <ns0:spPr>
          <ns1:xfrm>
            <ns1:off x="42481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4288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19" name="retrieve-tint"/>
          <ns0:cNvSpPr/>
          <ns0:nvPr/>
        </ns0:nvSpPr>
        <ns0:spPr>
          <ns1:xfrm>
            <ns1:off x="42481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0" name="atom:p04:label:retrieve:text"/>
          <ns0:cNvSpPr txBox="1"/>
          <ns0:nvPr/>
        </ns0:nvSpPr>
        <ns0:spPr>
          <ns1:xfrm>
            <ns1:off x="4400550" y="231343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只读助手返回许可资料</ns1:t>
            </ns1:r>
          </ns1:p>
        </ns0:txBody>
      </ns0:sp>
      <ns0:sp>
        <ns0:nvSpPr>
          <ns0:cNvPr id="21" name="atom:p04:label:retrieve:text"/>
          <ns0:cNvSpPr txBox="1"/>
          <ns0:nvPr/>
        </ns0:nvSpPr>
        <ns0:spPr>
          <ns1:xfrm>
            <ns1:off x="4400550" y="259918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片段及来源。</ns1:t>
            </ns1:r>
          </ns1:p>
        </ns0:txBody>
      </ns0:sp>
      <ns0:sp>
        <ns0:nvSpPr>
          <ns0:cNvPr id="22" name="review-container"/>
          <ns0:cNvSpPr/>
          <ns0:nvPr/>
        </ns0:nvSpPr>
        <ns0:spPr>
          <ns1:xfrm>
            <ns1:off x="78676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4288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3" name="review-tint"/>
          <ns0:cNvSpPr/>
          <ns0:nvPr/>
        </ns0:nvSpPr>
        <ns0:spPr>
          <ns1:xfrm>
            <ns1:off x="78676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4" name="atom:p04:label:review:text"/>
          <ns0:cNvSpPr txBox="1"/>
          <ns0:nvPr/>
        </ns0:nvSpPr>
        <ns0:spPr>
          <ns1:xfrm>
            <ns1:off x="8020050" y="2180082"/>
            <ns1:ext cx="2971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指定人员核查引用适用性，</ns1:t>
            </ns1:r>
          </ns1:p>
        </ns0:txBody>
      </ns0:sp>
      <ns0:sp>
        <ns0:nvSpPr>
          <ns0:cNvPr id="25" name="atom:p04:label:review:text"/>
          <ns0:cNvSpPr txBox="1"/>
          <ns0:nvPr/>
        </ns0:nvSpPr>
        <ns0:spPr>
          <ns1:xfrm>
            <ns1:off x="8020050" y="246583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记录采用／未采用</ns1:t>
            </ns1:r>
          </ns1:p>
        </ns0:txBody>
      </ns0:sp>
      <ns0:sp>
        <ns0:nvSpPr>
          <ns0:cNvPr id="26" name="atom:p04:label:review:text"/>
          <ns0:cNvSpPr txBox="1"/>
          <ns0:nvPr/>
        </ns0:nvSpPr>
        <ns0:spPr>
          <ns1:xfrm>
            <ns1:off x="8020050" y="2751582"/>
            <ns1:ext cx="1143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及原因。</ns1:t>
            </ns1:r>
          </ns1:p>
        </ns0:txBody>
      </ns0:sp>
      <ns0:sp>
        <ns0:nvSpPr>
          <ns0:cNvPr id="27" name="submit-container"/>
          <ns0:cNvSpPr/>
          <ns0:nvPr/>
        </ns0:nvSpPr>
        <ns0:spPr>
          <ns1:xfrm>
            <ns1:off x="114871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FFFFFF">
              <ns1:alpha val="100000"/>
            </ns1:srgbClr>
          </ns1:solidFill>
          <ns1:ln w="14288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8" name="submit-tint"/>
          <ns0:cNvSpPr/>
          <ns0:nvPr/>
        </ns0:nvSpPr>
        <ns0:spPr>
          <ns1:xfrm>
            <ns1:off x="11487150" y="2019300"/>
            <ns1:ext cx="3124200" cy="1143000"/>
          </ns1:xfrm>
          <ns1:custGeom>
            <ns1:avLst/>
            <ns1:gdLst/>
            <ns1:ahLst/>
            <ns1:cxnLst/>
            <ns1:rect l="0" t="0" r="r" b="b"/>
            <ns1:pathLst>
              <ns1:path w="3124200" h="1143000">
                <ns1:moveTo>
                  <ns1:pt x="95250" y="0"/>
                </ns1:moveTo>
                <ns1:lnTo>
                  <ns1:pt x="3028950" y="0"/>
                </ns1:lnTo>
                <ns1:lnTo>
                  <ns1:pt x="3048146" y="1935"/>
                </ns1:lnTo>
                <ns1:lnTo>
                  <ns1:pt x="3066025" y="7485"/>
                </ns1:lnTo>
                <ns1:lnTo>
                  <ns1:pt x="3082205" y="16267"/>
                </ns1:lnTo>
                <ns1:lnTo>
                  <ns1:pt x="3096302" y="27898"/>
                </ns1:lnTo>
                <ns1:lnTo>
                  <ns1:pt x="3107933" y="41995"/>
                </ns1:lnTo>
                <ns1:lnTo>
                  <ns1:pt x="3116715" y="58175"/>
                </ns1:lnTo>
                <ns1:lnTo>
                  <ns1:pt x="3122265" y="76054"/>
                </ns1:lnTo>
                <ns1:lnTo>
                  <ns1:pt x="3124200" y="95250"/>
                </ns1:lnTo>
                <ns1:lnTo>
                  <ns1:pt x="3124200" y="1047750"/>
                </ns1:lnTo>
                <ns1:lnTo>
                  <ns1:pt x="3122265" y="1066946"/>
                </ns1:lnTo>
                <ns1:lnTo>
                  <ns1:pt x="3116715" y="1084825"/>
                </ns1:lnTo>
                <ns1:lnTo>
                  <ns1:pt x="3107933" y="1101005"/>
                </ns1:lnTo>
                <ns1:lnTo>
                  <ns1:pt x="3096302" y="1115102"/>
                </ns1:lnTo>
                <ns1:lnTo>
                  <ns1:pt x="3082205" y="1126733"/>
                </ns1:lnTo>
                <ns1:lnTo>
                  <ns1:pt x="3066025" y="1135515"/>
                </ns1:lnTo>
                <ns1:lnTo>
                  <ns1:pt x="3048146" y="1141065"/>
                </ns1:lnTo>
                <ns1:lnTo>
                  <ns1:pt x="3028950" y="1143000"/>
                </ns1:lnTo>
                <ns1:lnTo>
                  <ns1:pt x="95250" y="1143000"/>
                </ns1:lnTo>
                <ns1:lnTo>
                  <ns1:pt x="76054" y="1141065"/>
                </ns1:lnTo>
                <ns1:lnTo>
                  <ns1:pt x="58175" y="1135515"/>
                </ns1:lnTo>
                <ns1:lnTo>
                  <ns1:pt x="41995" y="1126733"/>
                </ns1:lnTo>
                <ns1:lnTo>
                  <ns1:pt x="27898" y="1115102"/>
                </ns1:lnTo>
                <ns1:lnTo>
                  <ns1:pt x="16267" y="1101005"/>
                </ns1:lnTo>
                <ns1:lnTo>
                  <ns1:pt x="7485" y="1084825"/>
                </ns1:lnTo>
                <ns1:lnTo>
                  <ns1:pt x="1935" y="1066946"/>
                </ns1:lnTo>
                <ns1:lnTo>
                  <ns1:pt x="0" y="1047750"/>
                </ns1:lnTo>
                <ns1:lnTo>
                  <ns1:pt x="0" y="95250"/>
                </ns1:lnTo>
                <ns1:lnTo>
                  <ns1:pt x="1935" y="76054"/>
                </ns1:lnTo>
                <ns1:lnTo>
                  <ns1:pt x="7485" y="58175"/>
                </ns1:lnTo>
                <ns1:lnTo>
                  <ns1:pt x="16267" y="41995"/>
                </ns1:lnTo>
                <ns1:lnTo>
                  <ns1:pt x="27898" y="27898"/>
                </ns1:lnTo>
                <ns1:lnTo>
                  <ns1:pt x="41995" y="16267"/>
                </ns1:lnTo>
                <ns1:lnTo>
                  <ns1:pt x="58175" y="7485"/>
                </ns1:lnTo>
                <ns1:lnTo>
                  <ns1:pt x="76054" y="1935"/>
                </ns1:lnTo>
                <ns1:lnTo>
                  <ns1:pt x="9525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29" name="atom:p04:label:submit:text"/>
          <ns0:cNvSpPr txBox="1"/>
          <ns0:nvPr/>
        </ns0:nvSpPr>
        <ns0:spPr>
          <ns1:xfrm>
            <ns1:off x="11639550" y="231343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人员在现有系统</ns1:t>
            </ns1:r>
          </ns1:p>
        </ns0:txBody>
      </ns0:sp>
      <ns0:sp>
        <ns0:nvSpPr>
          <ns0:cNvPr id="30" name="atom:p04:label:submit:text"/>
          <ns0:cNvSpPr txBox="1"/>
          <ns0:nvPr/>
        </ns0:nvSpPr>
        <ns0:spPr>
          <ns1:xfrm>
            <ns1:off x="11639550" y="259918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完成正式提交。</ns1:t>
            </ns1:r>
          </ns1:p>
        </ns0:txBody>
      </ns0:sp>
      <ns0:sp>
        <ns0:nvSpPr>
          <ns0:cNvPr id="31" name="atom:p04:block:exceptions-heading:text"/>
          <ns0:cNvSpPr txBox="1"/>
          <ns0:nvPr/>
        </ns0:nvSpPr>
        <ns0:spPr>
          <ns1:xfrm>
            <ns1:off x="476250" y="3589020"/>
            <ns1:ext cx="5715000" cy="5715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30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未知与不适用信息仍随请求交接</ns1:t>
            </ns1:r>
          </ns1:p>
        </ns0:txBody>
      </ns0:sp>
      <ns0:sp>
        <ns0:nvSpPr>
          <ns0:cNvPr id="32" name="table-background"/>
          <ns0:cNvSpPr/>
          <ns0:nvPr/>
        </ns0:nvSpPr>
        <ns0:spPr>
          <ns1:xfrm>
            <ns1:off x="476250" y="4152900"/>
            <ns1:ext cx="14287500" cy="2838450"/>
          </ns1:xfrm>
          <ns1:prstGeom prst="rect">
            <ns1:avLst/>
          </ns1:prstGeom>
          <ns1:solidFill>
            <ns1:srgbClr val="FFFFFF">
              <ns1:alpha val="10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3" name="table-header-tint"/>
          <ns0:cNvSpPr/>
          <ns0:nvPr/>
        </ns0:nvSpPr>
        <ns0:spPr>
          <ns1:xfrm>
            <ns1:off x="476250" y="4152900"/>
            <ns1:ext cx="14287500" cy="533400"/>
          </ns1:xfrm>
          <ns1:prstGeom prst="rect">
            <ns1:avLst/>
          </ns1:prstGeom>
          <ns1:solidFill>
            <ns1:srgbClr val="1478FF">
              <ns1:alpha val="10000"/>
            </ns1:srgbClr>
          </ns1:solidFill>
          <ns1:ln w="9525" cap="flat">
            <ns1:noFill/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4" name="table-border"/>
          <ns0:cNvSpPr/>
          <ns0:nvPr/>
        </ns0:nvSpPr>
        <ns0:spPr>
          <ns1:xfrm>
            <ns1:off x="476250" y="4152900"/>
            <ns1:ext cx="14287500" cy="2838450"/>
          </ns1:xfrm>
          <ns1:prstGeom prst="rect">
            <ns1:avLst/>
          </ns1:prstGeom>
          <ns1:noFill/>
          <ns1:ln w="9525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5" name="table-column-trigger-action"/>
          <ns0:cNvSpPr/>
          <ns0:nvPr/>
        </ns0:nvSpPr>
        <ns0:spPr>
          <ns1:xfrm>
            <ns1:off x="3543300" y="4152900"/>
            <ns1:ext cx="95" cy="2838450"/>
          </ns1:xfrm>
          <ns1:custGeom>
            <ns1:avLst/>
            <ns1:gdLst/>
            <ns1:ahLst/>
            <ns1:cxnLst/>
            <ns1:rect l="0" t="0" r="r" b="b"/>
            <ns1:pathLst>
              <ns1:path w="95" h="2838450">
                <ns1:moveTo>
                  <ns1:pt x="0" y="0"/>
                </ns1:moveTo>
                <ns1:lnTo>
                  <ns1:pt x="0" y="283845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9525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6" name="table-column-action-handoff"/>
          <ns0:cNvSpPr/>
          <ns0:nvPr/>
        </ns0:nvSpPr>
        <ns0:spPr>
          <ns1:xfrm>
            <ns1:off x="8553450" y="4152900"/>
            <ns1:ext cx="95" cy="2838450"/>
          </ns1:xfrm>
          <ns1:custGeom>
            <ns1:avLst/>
            <ns1:gdLst/>
            <ns1:ahLst/>
            <ns1:cxnLst/>
            <ns1:rect l="0" t="0" r="r" b="b"/>
            <ns1:pathLst>
              <ns1:path w="95" h="2838450">
                <ns1:moveTo>
                  <ns1:pt x="0" y="0"/>
                </ns1:moveTo>
                <ns1:lnTo>
                  <ns1:pt x="0" y="283845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9525" cap="flat">
            <ns1:solidFill>
              <ns1:srgbClr val="1478FF">
                <ns1:alpha val="3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7" name="table-header-bottom"/>
          <ns0:cNvSpPr/>
          <ns0:nvPr/>
        </ns0:nvSpPr>
        <ns0:spPr>
          <ns1:xfrm>
            <ns1:off x="476250" y="4686300"/>
            <ns1:ext cx="14287500" cy="95"/>
          </ns1:xfrm>
          <ns1:custGeom>
            <ns1:avLst/>
            <ns1:gdLst/>
            <ns1:ahLst/>
            <ns1:cxnLst/>
            <ns1:rect l="0" t="0" r="r" b="b"/>
            <ns1:pathLst>
              <ns1:path w="14287500" h="95">
                <ns1:moveTo>
                  <ns1:pt x="0" y="0"/>
                </ns1:moveTo>
                <ns1:lnTo>
                  <ns1:pt x="142875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9525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8" name="table-row-divider"/>
          <ns0:cNvSpPr/>
          <ns0:nvPr/>
        </ns0:nvSpPr>
        <ns0:spPr>
          <ns1:xfrm>
            <ns1:off x="476250" y="5886450"/>
            <ns1:ext cx="14287500" cy="95"/>
          </ns1:xfrm>
          <ns1:custGeom>
            <ns1:avLst/>
            <ns1:gdLst/>
            <ns1:ahLst/>
            <ns1:cxnLst/>
            <ns1:rect l="0" t="0" r="r" b="b"/>
            <ns1:pathLst>
              <ns1:path w="14287500" h="95">
                <ns1:moveTo>
                  <ns1:pt x="0" y="0"/>
                </ns1:moveTo>
                <ns1:lnTo>
                  <ns1:pt x="14287500" y="0"/>
                </ns1:lnTo>
              </ns1:path>
            </ns1:pathLst>
          </ns1:custGeom>
          <ns1:solidFill>
            <ns1:srgbClr val="14213D">
              <ns1:alpha val="100000"/>
            </ns1:srgbClr>
          </ns1:solidFill>
          <ns1:ln w="9525" cap="flat">
            <ns1:solidFill>
              <ns1:srgbClr val="1478FF">
                <ns1:alpha val="45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39" name="atom:p04:column:exceptions:trigger:label"/>
          <ns0:cNvSpPr txBox="1"/>
          <ns0:nvPr/>
        </ns0:nvSpPr>
        <ns0:spPr>
          <ns1:xfrm>
            <ns1:off x="647700" y="4294632"/>
            <ns1:ext cx="1143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触发条件</ns1:t>
            </ns1:r>
          </ns1:p>
        </ns0:txBody>
      </ns0:sp>
      <ns0:sp>
        <ns0:nvSpPr>
          <ns0:cNvPr id="40" name="atom:p04:column:exceptions:action:label"/>
          <ns0:cNvSpPr txBox="1"/>
          <ns0:nvPr/>
        </ns0:nvSpPr>
        <ns0:spPr>
          <ns1:xfrm>
            <ns1:off x="3714750" y="4294632"/>
            <ns1:ext cx="1600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接单人员动作</ns1:t>
            </ns1:r>
          </ns1:p>
        </ns0:txBody>
      </ns0:sp>
      <ns0:sp>
        <ns0:nvSpPr>
          <ns0:cNvPr id="41" name="atom:p04:column:exceptions:handoff:label"/>
          <ns0:cNvSpPr txBox="1"/>
          <ns0:nvPr/>
        </ns0:nvSpPr>
        <ns0:spPr>
          <ns1:xfrm>
            <ns1:off x="8724900" y="429463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1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交接及继续条件</ns1:t>
            </ns1:r>
          </ns1:p>
        </ns0:txBody>
      </ns0:sp>
      <ns0:sp>
        <ns0:nvSpPr>
          <ns0:cNvPr id="42" name="atom:p04:cell:exceptions:unknown:trigger:display_text"/>
          <ns0:cNvSpPr txBox="1"/>
          <ns0:nvPr/>
        </ns0:nvSpPr>
        <ns0:spPr>
          <ns1:xfrm>
            <ns1:off x="647700" y="4847082"/>
            <ns1:ext cx="2057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型号或版本待补／</ns1:t>
            </ns1:r>
          </ns1:p>
        </ns0:txBody>
      </ns0:sp>
      <ns0:sp>
        <ns0:nvSpPr>
          <ns0:cNvPr id="43" name="atom:p04:cell:exceptions:unknown:trigger:display_text"/>
          <ns0:cNvSpPr txBox="1"/>
          <ns0:nvPr/>
        </ns0:nvSpPr>
        <ns0:spPr>
          <ns1:xfrm>
            <ns1:off x="647700" y="5132832"/>
            <ns1:ext cx="1371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确实不可得</ns1:t>
            </ns1:r>
          </ns1:p>
        </ns0:txBody>
      </ns0:sp>
      <ns0:sp>
        <ns0:nvSpPr>
          <ns0:cNvPr id="44" name="atom:p04:cell:exceptions:unknown:action:display_text"/>
          <ns0:cNvSpPr txBox="1"/>
          <ns0:nvPr/>
        </ns0:nvSpPr>
        <ns0:spPr>
          <ns1:xfrm>
            <ns1:off x="3714750" y="6047232"/>
            <ns1:ext cx="3657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保留已知条件、未知字段及原因；</ns1:t>
            </ns1:r>
          </ns1:p>
        </ns0:txBody>
      </ns0:sp>
      <ns0:sp>
        <ns0:nvSpPr>
          <ns0:cNvPr id="45" name="atom:p04:cell:exceptions:unknown:action:display_text"/>
          <ns0:cNvSpPr txBox="1"/>
          <ns0:nvPr/>
        </ns0:nvSpPr>
        <ns0:spPr>
          <ns1:xfrm>
            <ns1:off x="3714750" y="6332982"/>
            <ns1:ext cx="2743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能补则请求可核对信息，</ns1:t>
            </ns1:r>
          </ns1:p>
        </ns0:txBody>
      </ns0:sp>
      <ns0:sp>
        <ns0:nvSpPr>
          <ns0:cNvPr id="46" name="atom:p04:cell:exceptions:unknown:action:display_text"/>
          <ns0:cNvSpPr txBox="1"/>
          <ns0:nvPr/>
        </ns0:nvSpPr>
        <ns0:spPr>
          <ns1:xfrm>
            <ns1:off x="3714750" y="661873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不能强制填入猜测。</ns1:t>
            </ns1:r>
          </ns1:p>
        </ns0:txBody>
      </ns0:sp>
      <ns0:sp>
        <ns0:nvSpPr>
          <ns0:cNvPr id="47" name="atom:p04:cell:exceptions:unknown:handoff:display_text"/>
          <ns0:cNvSpPr txBox="1"/>
          <ns0:nvPr/>
        </ns0:nvSpPr>
        <ns0:spPr>
          <ns1:xfrm>
            <ns1:off x="8724900" y="4847082"/>
            <ns1:ext cx="4572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不能补出时交指定业务核查人判断下一步；</ns1:t>
            </ns1:r>
          </ns1:p>
        </ns0:txBody>
      </ns0:sp>
      <ns0:sp>
        <ns0:nvSpPr>
          <ns0:cNvPr id="48" name="atom:p04:cell:exceptions:unknown:handoff:display_text"/>
          <ns0:cNvSpPr txBox="1"/>
          <ns0:nvPr/>
        </ns0:nvSpPr>
        <ns0:spPr>
          <ns1:xfrm>
            <ns1:off x="8724900" y="513283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取得可核查条件后按主链继续。</ns1:t>
            </ns1:r>
          </ns1:p>
        </ns0:txBody>
      </ns0:sp>
      <ns0:sp>
        <ns0:nvSpPr>
          <ns0:cNvPr id="49" name="atom:p04:cell:exceptions:unknown:handoff:display_text"/>
          <ns0:cNvSpPr txBox="1"/>
          <ns0:nvPr/>
        </ns0:nvSpPr>
        <ns0:spPr>
          <ns1:xfrm>
            <ns1:off x="8724900" y="5418582"/>
            <ns1:ext cx="43434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具体责任人与恢复规则须在启动前明确。</ns1:t>
            </ns1:r>
          </ns1:p>
        </ns0:txBody>
      </ns0:sp>
      <ns0:sp>
        <ns0:nvSpPr>
          <ns0:cNvPr id="50" name="atom:p04:cell:exceptions:unsuitable:trigger:display_text"/>
          <ns0:cNvSpPr txBox="1"/>
          <ns0:nvPr/>
        </ns0:nvSpPr>
        <ns0:spPr>
          <ns1:xfrm>
            <ns1:off x="647700" y="6047232"/>
            <ns1:ext cx="25146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引用适用性无法确认、</ns1:t>
            </ns1:r>
          </ns1:p>
        </ns0:txBody>
      </ns0:sp>
      <ns0:sp>
        <ns0:nvSpPr>
          <ns0:cNvPr id="51" name="atom:p04:cell:exceptions:unsuitable:trigger:display_text"/>
          <ns0:cNvSpPr txBox="1"/>
          <ns0:nvPr/>
        </ns0:nvSpPr>
        <ns0:spPr>
          <ns1:xfrm>
            <ns1:off x="647700" y="6332982"/>
            <ns1:ext cx="2286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引用冲突／不适用，</ns1:t>
            </ns1:r>
          </ns1:p>
        </ns0:txBody>
      </ns0:sp>
      <ns0:sp>
        <ns0:nvSpPr>
          <ns0:cNvPr id="52" name="atom:p04:cell:exceptions:unsuitable:trigger:display_text"/>
          <ns0:cNvSpPr txBox="1"/>
          <ns0:nvPr/>
        </ns0:nvSpPr>
        <ns0:spPr>
          <ns1:xfrm>
            <ns1:off x="647700" y="6618732"/>
            <ns1:ext cx="1828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或问题仍不确定</ns1:t>
            </ns1:r>
          </ns1:p>
        </ns0:txBody>
      </ns0:sp>
      <ns0:sp>
        <ns0:nvSpPr>
          <ns0:cNvPr id="53" name="atom:p04:cell:exceptions:unsuitable:action:display_text"/>
          <ns0:cNvSpPr txBox="1"/>
          <ns0:nvPr/>
        </ns0:nvSpPr>
        <ns0:spPr>
          <ns1:xfrm>
            <ns1:off x="3714750" y="4847082"/>
            <ns1:ext cx="3886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保留设备条件、来源位置和未决点；</ns1:t>
            </ns1:r>
          </ns1:p>
        </ns0:txBody>
      </ns0:sp>
      <ns0:sp>
        <ns0:nvSpPr>
          <ns0:cNvPr id="54" name="atom:p04:cell:exceptions:unsuitable:action:display_text"/>
          <ns0:cNvSpPr txBox="1"/>
          <ns0:nvPr/>
        </ns0:nvSpPr>
        <ns0:spPr>
          <ns1:xfrm>
            <ns1:off x="3714750" y="5132832"/>
            <ns1:ext cx="4114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候选引用不能标成可直接采用的结论。</ns1:t>
            </ns1:r>
          </ns1:p>
        </ns0:txBody>
      </ns0:sp>
      <ns0:sp>
        <ns0:nvSpPr>
          <ns0:cNvPr id="55" name="atom:p04:cell:exceptions:unsuitable:handoff:display_text"/>
          <ns0:cNvSpPr txBox="1"/>
          <ns0:nvPr/>
        </ns0:nvSpPr>
        <ns0:spPr>
          <ns1:xfrm>
            <ns1:off x="8724900" y="6047232"/>
            <ns1:ext cx="38862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交核查人确认资料适用性和下一步；</ns1:t>
            </ns1:r>
          </ns1:p>
        </ns0:txBody>
      </ns0:sp>
      <ns0:sp>
        <ns0:nvSpPr>
          <ns0:cNvPr id="56" name="atom:p04:cell:exceptions:unsuitable:handoff:display_text"/>
          <ns0:cNvSpPr txBox="1"/>
          <ns0:nvPr/>
        </ns0:nvSpPr>
        <ns0:spPr>
          <ns1:xfrm>
            <ns1:off x="8724900" y="6332982"/>
            <ns1:ext cx="2971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无法确认则继续标明未决，</ns1:t>
            </ns1:r>
          </ns1:p>
        </ns0:txBody>
      </ns0:sp>
      <ns0:sp>
        <ns0:nvSpPr>
          <ns0:cNvPr id="57" name="atom:p04:cell:exceptions:unsuitable:handoff:display_text"/>
          <ns0:cNvSpPr txBox="1"/>
          <ns0:nvPr/>
        </ns0:nvSpPr>
        <ns0:spPr>
          <ns1:xfrm>
            <ns1:off x="8724900" y="6618732"/>
            <ns1:ext cx="34290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不把找到资料记为故障已解决。</ns1:t>
            </ns1:r>
          </ns1:p>
        </ns0:txBody>
      </ns0:sp>
      <ns0:sp>
        <ns0:nvSpPr>
          <ns0:cNvPr id="58" name="boundary-background"/>
          <ns0:cNvSpPr/>
          <ns0:nvPr/>
        </ns0:nvSpPr>
        <ns0:spPr>
          <ns1:xfrm>
            <ns1:off x="476250" y="7258050"/>
            <ns1:ext cx="14287500" cy="838200"/>
          </ns1:xfrm>
          <ns1:custGeom>
            <ns1:avLst/>
            <ns1:gdLst/>
            <ns1:ahLst/>
            <ns1:cxnLst/>
            <ns1:rect l="0" t="0" r="r" b="b"/>
            <ns1:pathLst>
              <ns1:path w="14287500" h="838200">
                <ns1:moveTo>
                  <ns1:pt x="114300" y="0"/>
                </ns1:moveTo>
                <ns1:lnTo>
                  <ns1:pt x="14173200" y="0"/>
                </ns1:lnTo>
                <ns1:lnTo>
                  <ns1:pt x="14196235" y="2322"/>
                </ns1:lnTo>
                <ns1:lnTo>
                  <ns1:pt x="14217691" y="8982"/>
                </ns1:lnTo>
                <ns1:lnTo>
                  <ns1:pt x="14237106" y="19521"/>
                </ns1:lnTo>
                <ns1:lnTo>
                  <ns1:pt x="14254022" y="33478"/>
                </ns1:lnTo>
                <ns1:lnTo>
                  <ns1:pt x="14267979" y="50394"/>
                </ns1:lnTo>
                <ns1:lnTo>
                  <ns1:pt x="14278518" y="69809"/>
                </ns1:lnTo>
                <ns1:lnTo>
                  <ns1:pt x="14285178" y="91265"/>
                </ns1:lnTo>
                <ns1:lnTo>
                  <ns1:pt x="14287500" y="114300"/>
                </ns1:lnTo>
                <ns1:lnTo>
                  <ns1:pt x="14287500" y="723900"/>
                </ns1:lnTo>
                <ns1:lnTo>
                  <ns1:pt x="14285178" y="746935"/>
                </ns1:lnTo>
                <ns1:lnTo>
                  <ns1:pt x="14278518" y="768391"/>
                </ns1:lnTo>
                <ns1:lnTo>
                  <ns1:pt x="14267979" y="787806"/>
                </ns1:lnTo>
                <ns1:lnTo>
                  <ns1:pt x="14254022" y="804722"/>
                </ns1:lnTo>
                <ns1:lnTo>
                  <ns1:pt x="14237106" y="818679"/>
                </ns1:lnTo>
                <ns1:lnTo>
                  <ns1:pt x="14217691" y="829218"/>
                </ns1:lnTo>
                <ns1:lnTo>
                  <ns1:pt x="14196235" y="835878"/>
                </ns1:lnTo>
                <ns1:lnTo>
                  <ns1:pt x="14173200" y="838200"/>
                </ns1:lnTo>
                <ns1:lnTo>
                  <ns1:pt x="114300" y="838200"/>
                </ns1:lnTo>
                <ns1:lnTo>
                  <ns1:pt x="91265" y="835878"/>
                </ns1:lnTo>
                <ns1:lnTo>
                  <ns1:pt x="69809" y="829218"/>
                </ns1:lnTo>
                <ns1:lnTo>
                  <ns1:pt x="50394" y="818679"/>
                </ns1:lnTo>
                <ns1:lnTo>
                  <ns1:pt x="33478" y="804722"/>
                </ns1:lnTo>
                <ns1:lnTo>
                  <ns1:pt x="19521" y="787806"/>
                </ns1:lnTo>
                <ns1:lnTo>
                  <ns1:pt x="8982" y="768391"/>
                </ns1:lnTo>
                <ns1:lnTo>
                  <ns1:pt x="2322" y="746935"/>
                </ns1:lnTo>
                <ns1:lnTo>
                  <ns1:pt x="0" y="723900"/>
                </ns1:lnTo>
                <ns1:lnTo>
                  <ns1:pt x="0" y="114300"/>
                </ns1:lnTo>
                <ns1:lnTo>
                  <ns1:pt x="2322" y="91265"/>
                </ns1:lnTo>
                <ns1:lnTo>
                  <ns1:pt x="8982" y="69809"/>
                </ns1:lnTo>
                <ns1:lnTo>
                  <ns1:pt x="19521" y="50394"/>
                </ns1:lnTo>
                <ns1:lnTo>
                  <ns1:pt x="33478" y="33478"/>
                </ns1:lnTo>
                <ns1:lnTo>
                  <ns1:pt x="50394" y="19521"/>
                </ns1:lnTo>
                <ns1:lnTo>
                  <ns1:pt x="69809" y="8982"/>
                </ns1:lnTo>
                <ns1:lnTo>
                  <ns1:pt x="91265" y="2322"/>
                </ns1:lnTo>
                <ns1:lnTo>
                  <ns1:pt x="114300" y="0"/>
                </ns1:lnTo>
                <ns1:close/>
              </ns1:path>
            </ns1:pathLst>
          </ns1:custGeom>
          <ns1:solidFill>
            <ns1:srgbClr val="1478FF">
              <ns1:alpha val="6000"/>
            </ns1:srgbClr>
          </ns1:solidFill>
          <ns1:ln w="14288" cap="flat">
            <ns1:solidFill>
              <ns1:srgbClr val="1478FF">
                <ns1:alpha val="100000"/>
              </ns1:srgbClr>
            </ns1:solidFill>
            <ns1:miter lim="400000"/>
          </ns1:ln>
          <ns1:effectLst/>
        </ns0:spPr>
        <ns0:txBody>
          <ns1:bodyPr rtlCol="0" anchor="ctr"/>
          <ns1:lstStyle/>
          <ns1:p>
            <ns1:pPr algn="ctr"/>
          </ns1:p>
        </ns0:txBody>
      </ns0:sp>
      <ns0:sp>
        <ns0:nvSpPr>
          <ns0:cNvPr id="59" name="atom:p04:callout:boundary:text"/>
          <ns0:cNvSpPr txBox="1"/>
          <ns0:nvPr/>
        </ns0:nvSpPr>
        <ns0:spPr>
          <ns1:xfrm>
            <ns1:off x="647700" y="7380732"/>
            <ns1:ext cx="7572375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原始范围：AI 不自动提交、修改或关闭正式工单，未知及原因必须保留。</ns1:t>
            </ns1:r>
          </ns1:p>
        </ns0:txBody>
      </ns0:sp>
      <ns0:sp>
        <ns0:nvSpPr>
          <ns0:cNvPr id="60" name="atom:p04:callout:boundary:text"/>
          <ns0:cNvSpPr txBox="1"/>
          <ns0:nvPr/>
        </ns0:nvSpPr>
        <ns0:spPr>
          <ns1:xfrm>
            <ns1:off x="647700" y="7685532"/>
            <ns1:ext cx="5257800" cy="342900"/>
          </ns1:xfrm>
          <ns1:prstGeom prst="rect">
            <ns1:avLst/>
          </ns1:prstGeom>
          <ns1:noFill/>
          <ns1:effectLst/>
        </ns0:spPr>
        <ns0:txBody>
          <ns1:bodyPr wrap="none" anchor="t" lIns="0" rIns="0" tIns="0" bIns="0">
            <ns1:noAutofit/>
          </ns1:bodyPr>
          <ns1:lstStyle/>
          <ns1:p>
            <ns1:pPr algn="l">
              <ns1:spcBef>
                <ns1:spcPts val="0"/>
              </ns1:spcBef>
              <ns1:spcAft>
                <ns1:spcPts val="0"/>
              </ns1:spcAft>
            </ns1:pPr>
            <ns1:r>
              <ns1:rPr sz="1800" b="0">
                <ns1:solidFill>
                  <ns1:srgbClr val="14213D">
                    <ns1:alpha val="100000"/>
                  </ns1:srgbClr>
                </ns1:solidFill>
                <ns1:latin typeface="Noto Sans CJK SC"/>
                <ns1:ea typeface="Noto Sans CJK SC"/>
                <ns1:cs typeface="Noto Sans CJK SC"/>
              </ns1:rPr>
              <ns1:t>能力边界：引用问答不等于诊断正确或操作获批。</ns1:t>
            </ns1:r>
          </ns1:p>
        </ns0:txBody>
      </ns0:sp>
    </ns0:spTree>
  </ns0:cSld>
  <ns0:clrMapOvr>
    <ns1:masterClrMapping/>
  </ns0:clrMapOvr>
</ns0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